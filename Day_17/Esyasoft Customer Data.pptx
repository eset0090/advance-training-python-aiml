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89f30c65-0de1-4426-9af0-68f6483c90c7}">
  <we:reference id="WA200003233" version="2.0.0.3" store="en-US" storeType="OMEX"/>
  <we:alternateReferences/>
  <we:properties>
    <we:property name="Microsoft.Office.CampaignId" value="&quot;none&quot;"/>
    <we:property name="reportUrl" value="&quot;/groups/me/reports/b8bf2dde-f169-4d6d-8f87-091449c92ffc/26b3fd26e46e3de509d3?bookmarkGuid=61572533-e7ef-4a3e-b066-ee5161b1c14a&amp;bookmarkUsage=1&amp;ctid=30ec14df-cc5f-4651-a117-7622565c4a6c&amp;fromEntryPoint=export&quot;"/>
    <we:property name="reportState" value="&quot;CONNECTED&quot;"/>
    <we:property name="artifactViewState" value="&quot;live&quot;"/>
    <we:property name="reportEmbeddedTime" value="&quot;2025-11-02T14:17:25.542Z&quot;"/>
    <we:property name="creatorSessionId" value="&quot;5fce5018-bbb8-4919-bc0f-d2a886ec9f56&quot;"/>
    <we:property name="creatorUserId" value="&quot;10032005017FDF33&quot;"/>
    <we:property name="creatorTenantId" value="&quot;30ec14df-cc5f-4651-a117-7622565c4a6c&quot;"/>
    <we:property name="pageDisplayName" value="&quot;Page 6&quot;"/>
    <we:property name="pageName" value="&quot;26b3fd26e46e3de509d3&quot;"/>
    <we:property name="reportName" value="&quot;NEW&quot;"/>
    <we:property name="isVisualContainerHeaderHidden" value="false"/>
    <we:property name="isFiltersActionButtonVisible" value="true"/>
    <we:property name="initialStateBookmark" value="&quot;H4sIAAAAAAAAA+1abW/bOAz+K4W/bAcEB79JtvutTXs4YOtWrIfigEMRUBKdeHUtQ5a7ZkX++9FymvVty+3Sl6Tdp9aURJF8HtISnUtPFU1dwvQDnKG37e1qfXoG5nQr8AZeNZd9/PjuYOfTu9GHnYN9EuvaFrpqvO1Lz4IZoz0umhbKTgMJ/zkZeFCWhzDunnIoGxx4NZpGV1AWX7GfTEPWtDgbeHhRl9pAp/LIgsVO7TlNp2faO/g9oh1B2uIcj1DaXhpyEeUq5BhzjBQyP1PdtKaf4Cy7d0qn2m0/1JWFoqJtOlmuuEp5LlicxCxlMs8wcPKitPMpYrp/URvyjnye1l1UdtQ5VBKV51ww2PQWX3pDXbZn7r/9G/Ij3RqJnzB3Q5Ut7JTUoIKRLBEqVCMFFrbeBr95M4rLodEUNTeHQulEE/1laJBipLxtfzZYbsrOeGxwDHb+uP/Idsq2sfoMzahQbuiPtpojxu6af0KSpqjG5ZwR38D5q/dKlqQODare0OEEjO3YJz4TzB0opEAbhWZ36nDZK8wVQcLBLZ/WKRCzkytC04rP1yg7pNCMtem9eSwWncw6MQpAjIMcIY45z+OUCVzK+Ll9hSSwHp/0Y6wI2w3nvf8/eK901dqXwXb/+di+oE9P+FClSsiE58oXHHgoUhmuGeFJS46G6t2oNlq10o7kVYg2IQlqWjiBBkdwptvKPkAiTNpKUTgOkSyqLB0O5CmqXTCblBtLo/Jc+fFDtvU5A1ESqkyoADFJVRoJLv01yxmCstPxIvNjsAl16CWf4tY2dxesnx/mWJqKwM8kw0z6MkogjFbK0z8LNEC+T9/jOZZ3LV+M3x26svIYTNHf6ZyXK3s/v54u1Ho3AlJCY0cLuFR3i+wWXbPT2yPh1jdBNzz3zjugy+BkI2rIwx40S7oA35uPyzn9ShnS51vMIxnEHJPYhyzvWgfJCu2CdStqP1/hwaiXU9HdwceXAR19RK6UBJ/lWRTLjQH4gZswmwPukqZLJ1JhFDGWhmGSBCJlKo4T8QvYlwAsZzwSAVMsg0wGWSBW7Gdt3AuuKcZVWz/l2ee1hGgPNqMB8+tw+Ey5058KM8VknFL5wZSJWHDIfb4x7xarLZSL83HzM82JdXHhlfZXGlpM/Prvqfq349+68WvecczyMBFRJnxgkYpRZDJd6TX+hJ+lliNVFpJWXsfIo3I9dtWt2845VfdbFdiPa+WG0fl86b0vKA697mMo207tmz1aofSX6g0ZtbjB3Ie8W9E8zfeWmCUKgywUOYuD2I/jlK/b95bv9o5fOZK3uoucSVChTGTgR4A5V5FySP4wQhYvrNAXNwuS44Xv85RUECdSBqmIwjxdqq2ZAP29pcupuw8A3dqmBomH5OU9QBAAQFRVS8Dofp3iuT3IlEKUy8C7mt+HbfYvvHDmF1gjAAA=&quot;"/>
    <we:property name="bookmark" value="&quot;H4sIAAAAAAAAA+1ZWW/jNhD+K4FedgsYhQ6SkvK2cVL0YVsETREUKAJjSI5sbWTRoKhs3MD/vSPK8ebadbfOYSf7ZGuGHM7xzWg4ugp02cwqmP8OUwz2gwNjzqdgz/eiYBDUPQ1ygTItuFRaC52nIs8L4pqZK03dBPtXgQM7RndaNi1UnSAi/n02CKCqjmHcPRVQNTgIZmgbU0NV/oP9YmI52+JiEODlrDIWOpEnDhx2Yi9oOT2TCtHPCZ0IypUXeILK9dRYyKTQsUAmMNHIw1x3y5p+gdfswSWdaH/80NQOypqO6WgFWZeJQnKWMp5xVeQYeXpZueUSOT+6nFmyjmyezzrnfNAXUCvUgTfBYtNrfBUMTdVO/b+jW/QT01qFf2DhWbUr3ZzEoIaRqhBq1CMNDvbeRz8FC/LLsTXkNb+GXOlJE/N5aJF8pIP9cDFYr8qH8djiGNzy8eiJ9VRt48wU7ajUnvVLWy8jxu+rf0aUpqzH1RIRX4LzZ2+VqkgcWtS9osMJWNehT36iMHdBIQHGarQHcx+Xw9JeAyQe3LFpmxyxOLsGNO34dAOyQ3LN2NjemqdC0dmiI6MERBYVCIwJUbCMS1yL+KV+paJgPT3ox1hTbHcc9+H/wL02deteB9rDl0P7Cj494GOdaalSUehQChCxzFS8ZYAnKQVaqnejmTW6VW6krl20C0kwo40TaHAEU9PW7hESYdLWmtxxjKRR7ag5UOeoD8DuUm6s9cpL5cc30dbnDCRprHOpI8Q001kihQq3LGcolJ2MV5kfg12oQ6+5i9va3F2hftnM8SyTUZgrjrkKVZJCnGyUp7+WaIFsn3/EC6zua77i32dda3kKtuzvdN7Kja1f3lJXYoNbDqmgcaNVuHR3i+w23dAzOCTi3hdCx15aF/xGl8HJTtSQx200K7oAP5iP6zH9RhHS5xsTiYqYwJSFkBfd6CDdYFywbUXt+ys8WP16KrpvfEIVUesjC60VhLzIE6Z2JsCPPITZneCuGbp0JB0nCedZHKdpJDOuGUvlj8C+hsAKLhIZcc1zyFWUR3LDedbOveCacly3s+fsfd6Kiw5hNwYwP5rDF8qdvivMNVcso/KDGZdMCihCsTPvFmccVKv+uPme4cS2mPBG5ysNbSZ8/fdU/cvjb9vwtZw45kWcyiSXIfBEM5S5yjZ6jT/jZ6n1kapKRTtvxiigcj321a07zhs1648qsecb7dnobb4KPpbkh172KVRtJ/bdIe3Q5nP9jpRa3WAeirzf0TzP9xbGU41RHsuCs4iFjGVi2763fHV2/MYjeWe6KLgCHatURWECWAidaB/Jb3rI4aWT5vJ2QfK4CEORkQjCRMYhk0lcZGulNROg3zuyvLhblH8BABoAKtMiAAA=&quot;"/>
    <we:property name="datasetId" value="&quot;ac60f51b-cbe5-4527-ab7b-67f7b302282a&quot;"/>
    <we:property name="embedUrl" value="&quot;/reportEmbed?reportId=b8bf2dde-f169-4d6d-8f87-091449c92ffc&amp;config=eyJjbHVzdGVyVXJsIjoiaHR0cHM6Ly9XQUJJLUlORElBLUNFTlRSQUwtQS1QUklNQVJZLXJlZGlyZWN0LmFuYWx5c2lzLndpbmRvd3MubmV0IiwiZW1iZWRGZWF0dXJlcyI6eyJ1c2FnZU1ldHJpY3NWTmV4dCI6dHJ1ZX19&amp;disableSensitivityBanner=true&amp;storytellingChangeViewModeShortcutKeys=true&quot;"/>
    <we:property name="backgroundColor" value="&quot;#B0B7B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85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Gaurav Sonawane</cp:lastModifiedBy>
  <cp:revision>3</cp:revision>
  <dcterms:created xsi:type="dcterms:W3CDTF">2018-06-07T21:39:02Z</dcterms:created>
  <dcterms:modified xsi:type="dcterms:W3CDTF">2025-11-02T14:18:05Z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