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9d2f03c9-1ea5-47a4-af44-b3c499b49486}">
  <we:reference id="WA200003233" version="2.0.0.3" store="en-US" storeType="OMEX"/>
  <we:alternateReferences/>
  <we:properties>
    <we:property name="Microsoft.Office.CampaignId" value="&quot;none&quot;"/>
    <we:property name="reportUrl" value="&quot;/groups/me/reports/f221800c-bb02-4045-a9bf-95308a3d28a0/bd4c432c7d62fe9bbecd?bookmarkGuid=9b2f433d-e7f4-4ff0-8a51-29e69e3ab756&amp;bookmarkUsage=1&amp;ctid=30ec14df-cc5f-4651-a117-7622565c4a6c&amp;fromEntryPoint=export&quot;"/>
    <we:property name="reportState" value="&quot;CONNECTED&quot;"/>
    <we:property name="artifactViewState" value="&quot;live&quot;"/>
    <we:property name="reportEmbeddedTime" value="&quot;2025-11-02T06:57:50.050Z&quot;"/>
    <we:property name="creatorSessionId" value="&quot;4b873bae-950e-4ad0-8e65-3dfd8d8bbc57&quot;"/>
    <we:property name="creatorUserId" value="&quot;10032005017FDF33&quot;"/>
    <we:property name="creatorTenantId" value="&quot;30ec14df-cc5f-4651-a117-7622565c4a6c&quot;"/>
    <we:property name="pageDisplayName" value="&quot;Dashboard&quot;"/>
    <we:property name="pageName" value="&quot;bd4c432c7d62fe9bbecd&quot;"/>
    <we:property name="reportName" value="&quot;Employee Attrition Dashboard&quot;"/>
    <we:property name="isVisualContainerHeaderHidden" value="false"/>
    <we:property name="isFiltersActionButtonVisible" value="true"/>
    <we:property name="initialStateBookmark" value="&quot;H4sIAAAAAAAAA+1ZbW/bNhD+K4W+9Isx6F1Wvzmu225dmsAJigFDUBzJo81GFgWKyuIG+e87SlrzUq9JjSSVt3xK+KK7e+65O5LnC0+ouipg/QFW6L3y9rQ+XYE5fRF4I6/s5w4O3u9P5u8/fZjsz2haV1bpsvZeXXgWzALtR1U3UDgJNPnnyciDojiEhRtJKGoceRWaWpdQqC/YbaYlaxq8HHl4XhXagBN5ZMGiE3tG22lMuoNfItII3KozPEJuu1kmYh5HIc9EGkrMGUMuaFvdbWgt27jFiW7VT3VpQZWkxs3xPMoY+mHI/CBmOfJxHLh5qQrbb2Hr2XllCB1hXlfOKxNxBiVHp5cgGKw7iy+8fYS6MS2O2Y2FI90YjnOU7VJplV2TnHfzTxPyzNoqXnuX5JBDo8ld7drEWqMcpBdz5xm3utR/TQ3SiND4lyc0U6tyUfRuvUJ43FnJwTgLNftMvnFI6ANtBJq9dQvmtTL/eDUc3bL3MYGQ5bQjTrkkkpiQEaaIAkSSOpnfhVQvgf7ewORkYZYzmbCYZwgsJNqZHA+CxGNtoXgxW1GYrxHrHWbxWyQdjThOgzjOpWASQ8lFGoitaUwZjkH6aQYZD0QQSBbiIGi8CuGpbkq7wzR+i6Sj0ecc/DBPBcv5eMwwZUm4LY0ZspRljEWZEFmCY5ZI/04ap+TJhTaKk57bTE510azKh4D/Fkty+Tb81YXi9OV1sN4K6QR0/wiw0IKpOlUKu3Ut2mVssV54vyvC38n+CEXjxL7cg1rxl46HnonuvCObP1870drtdaviEZxx0tLmx2lE6RdAjpAEgrNwHA6Etn2goIXC3RGarYrof5C92z7pSEQeRkxGOWd54OdxCDFjO1JCR08cVL9pNtfFppvVU1vy1TdbHSxFUxO1KPbATJdg7EBPmX/Jjd7D6wfOjity++IGOcuTPGIZJCIBkQoYxg1xeHlxQC+wY7Xa+cRYNqWgtDhEUlpaqpP8FEVn23OebCC7SxSgx3I6DiDGJPJT4fOEDeXydgQFmPVRAey7ofn/zNrnVHnsVLkRfl2yhEnEwhT9OIkli6QIpEwHkiyTBb41uql2IFXuDM9K4XMYbiC2C0LB0rHgvp+IKAjSTMg8vLuD+fOL0j2icLJYGFyA7YezR7JyVp4po8uVK32krJbAv9r8pin7qPKHDIGuu7tq+hyLVke9VNWPYbj/0+gBjrKhxeKTl51rqdzfFDMZMibyNPeRcR5l4xS2f1I9kX9fq9o6A94YvXqn+0fOjmTKvi7tslj/WvIfNHxIxf5n93bubhVysBS/G4vFxoT7o43vwcQv1YUn6am0NWBTO1U3tq6A4yGUuKGtSs5WrLirs+p+IPa6juZ5BaVAcc8PeuP+BtHds63cHgAA&quot;"/>
    <we:property name="bookmark" value="&quot;H4sIAAAAAAAAA+1a207kRhD9FeSXfRlFvrbtfYOBvUQhQQMikVYoqu4uz/TicY/abbITxL+n2h7u3oUdAevJ8sS4L1V1Tp3qmzj3pKoXJSx/hzl6b70drU/nYE63Am/kVV1bkgAPUhaHWc5EyiOMIkm9emGVrmrv7blnwUzRHqu6gdIZosZPJyMPyvIApu6rgLLGkbdAU+sKSvUvdoOpy5oGL0YeflmU2oAzeWjBojN7RsPpm0IIfonIIwirzvAQhe1auYxFHIUilSwsMOcchQus7ga0kfUOcaZb92NdWVAVuXFtIo9Sjn4Ycj+IeY4iiwPXXqjSrobw5d6XhSF0hHm5cORsyzOoBDq/BMFg3UV87u0j1I1pcezd6jjUjRE4waLtqqyyS7LzYfL3NjGztErU3gURcmA00dX2bVtrlIO0NXHMuN6Z/mdskL4IjX9xQi21qqblitZrhEddlAJMmzL+mbhxSGiCNhLNzrIFs6vMJavh6E68zwmEIqcRMRMFJYnLIkKGKEEmzNn8JqR6BvT3FiZnC9OcFwmPRYrAQ0o7L7JBJPFIWyi39uYk8yVivcFZvI+kSyNmLIjjvJC8wLAQkgVy7TQyjhkUPkshFYEMgoKHOIg0Xkt4rJvKbnAa7yPp0ugLAX6YM8lzkWUcGU/CddOYImc85TxKpUwTzHhS+A+mcUxMTrVRgvzczeRYl828egr477EiytfJX10qQTNvgvXmSDug+zFF2k7cJMKz6LwprK8x3/51fLnDUaLfGT1vp6224hl56Ecy8rpIKNaR9+cMnR4+OW4qqeyKkI93SKpXQx5BX/fRRvA1zsjvMZRNu9GT2d+U7UCfd8009M0+lPjGDT3phNVOkmChh5q5li152Cqh394O1Eo4g5c67U4DFN3nG/v9VVTPIpWTVtR+zCJanALIEZJACh5m4UBEvQ9U0lC6E1Sz1hbz82r7LnWPkPiuOtNkTf5PZH6Pge5AJcKIF1EueB74eRxCzPmG7MSjF66+XzWf6LLvgP7SkVxxs9b5pGxqSi3KHTDjGRg70MPKV2pjxfDyiavjOrmrXQBynid5xFNIZAKSSRjGRWN4dfEHXeSP1HzjC2PWVJLK4gDJaWVpnRSnKLvYXuukJ9ldoQBHwbIAYkwin0lfJHwod4BDKMEsD0vg35Tmz1m1r6Xy3KVyS35dsYRJxEOGfpzEBY8KGRQFG0ixbE/xvdHNYgNK5UF5LhS+yrAnsZ0IJWeZFL6fyCgIWCqLPHz4IfzHL0qPUOH2dGpwCpcXyb1ninKvOlNGV3O39JGzugBxFfO7plqpyh8yBDrubmroEyxbH/VMLb4Pw+OvRk+wlQ1Niy++7Nwo5dVJMS1CzmXOch+5EFGaMVj/SvVC/O6q2roA3BPXB7265GxIpezrys7K5cdKfGfgQ1rsf/TbzsNvqgIs6bd3segtuL9afQ9Gv7QuvMibSrsG9L0768bWCxB4ABX2PKsS2YqXD72suv8zuHpWvbj4D2Fc3wf5IAAA&quot;"/>
    <we:property name="datasetId" value="&quot;e1e22535-cb30-47a6-873d-6720a986fef0&quot;"/>
    <we:property name="embedUrl" value="&quot;/reportEmbed?reportId=f221800c-bb02-4045-a9bf-95308a3d28a0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Gaurav Sonawane</cp:lastModifiedBy>
  <cp:revision>3</cp:revision>
  <dcterms:created xsi:type="dcterms:W3CDTF">2018-06-07T21:39:02Z</dcterms:created>
  <dcterms:modified xsi:type="dcterms:W3CDTF">2025-11-02T06:58:50Z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