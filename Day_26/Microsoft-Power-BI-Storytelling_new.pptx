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8" r:id="rId5"/>
    <p:sldId id="264" r:id="rId6"/>
    <p:sldId id="259" r:id="rId7"/>
    <p:sldId id="263" r:id="rId8"/>
    <p:sldId id="256" r:id="rId9"/>
    <p:sldId id="260" r:id="rId10"/>
    <p:sldId id="257" r:id="rId11"/>
    <p:sldId id="261" r:id="rId12"/>
    <p:sldId id="262" r:id="rId13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CCCC00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image" Target="../media/image6.jp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image" Target="../media/image6.jp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73DDF5-6CC4-4555-97CE-4AA4A41E792D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935B75-5472-4070-AED7-5373AB9BE463}">
      <dgm:prSet phldrT="[Text]" phldr="0" custT="1"/>
      <dgm:spPr/>
      <dgm:t>
        <a:bodyPr/>
        <a:lstStyle/>
        <a:p>
          <a:r>
            <a:rPr lang="en-IN" sz="1200">
              <a:latin typeface="Arial" panose="020B0604020202020204" pitchFamily="34" charset="0"/>
              <a:cs typeface="Arial" panose="020B0604020202020204" pitchFamily="34" charset="0"/>
            </a:rPr>
            <a:t>Data Processing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9CE075-6BB6-4E20-AD7B-5F7DE92C2197}" type="parTrans" cxnId="{83845461-5A15-45F5-9A2C-85DFE3625FA1}">
      <dgm:prSet/>
      <dgm:spPr/>
      <dgm:t>
        <a:bodyPr/>
        <a:lstStyle/>
        <a:p>
          <a:endParaRPr lang="en-IN"/>
        </a:p>
      </dgm:t>
    </dgm:pt>
    <dgm:pt modelId="{6C5DBB6F-4539-4B11-866F-D4EECA7501E5}" type="sibTrans" cxnId="{83845461-5A15-45F5-9A2C-85DFE3625FA1}">
      <dgm:prSet/>
      <dgm:spPr/>
      <dgm:t>
        <a:bodyPr/>
        <a:lstStyle/>
        <a:p>
          <a:endParaRPr lang="en-IN"/>
        </a:p>
      </dgm:t>
    </dgm:pt>
    <dgm:pt modelId="{0F697C53-6269-408E-A422-289A5106F59E}">
      <dgm:prSet phldrT="[Text]" phldr="0"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LSTM Model Architecture and </a:t>
          </a:r>
          <a:r>
            <a:rPr lang="en-IN" sz="1200">
              <a:latin typeface="Arial" panose="020B0604020202020204" pitchFamily="34" charset="0"/>
              <a:cs typeface="Arial" panose="020B0604020202020204" pitchFamily="34" charset="0"/>
            </a:rPr>
            <a:t>Model Training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AAD0A7-61FE-4526-8CAA-30FCE8C0F1A1}" type="parTrans" cxnId="{DA67B464-20B1-4E3E-A12C-DF0A9C9B9E0D}">
      <dgm:prSet/>
      <dgm:spPr/>
      <dgm:t>
        <a:bodyPr/>
        <a:lstStyle/>
        <a:p>
          <a:endParaRPr lang="en-IN"/>
        </a:p>
      </dgm:t>
    </dgm:pt>
    <dgm:pt modelId="{CF18BEC3-408C-4226-B585-DE465D7D769E}" type="sibTrans" cxnId="{DA67B464-20B1-4E3E-A12C-DF0A9C9B9E0D}">
      <dgm:prSet/>
      <dgm:spPr/>
      <dgm:t>
        <a:bodyPr/>
        <a:lstStyle/>
        <a:p>
          <a:endParaRPr lang="en-IN"/>
        </a:p>
      </dgm:t>
    </dgm:pt>
    <dgm:pt modelId="{FF906C97-A028-4D8F-A7CD-381DF6F98A33}">
      <dgm:prSet phldrT="[Text]" phldr="0"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Prediction and Inverse Scaling and </a:t>
          </a:r>
          <a:r>
            <a:rPr lang="en-IN" sz="1200">
              <a:latin typeface="Arial" panose="020B0604020202020204" pitchFamily="34" charset="0"/>
              <a:cs typeface="Arial" panose="020B0604020202020204" pitchFamily="34" charset="0"/>
            </a:rPr>
            <a:t>Model Evaluation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6EF9C8-A3DF-4309-87BB-39EFF646C5E5}" type="parTrans" cxnId="{784B642C-7647-4A1D-9F5C-D326F04EE965}">
      <dgm:prSet/>
      <dgm:spPr/>
      <dgm:t>
        <a:bodyPr/>
        <a:lstStyle/>
        <a:p>
          <a:endParaRPr lang="en-IN"/>
        </a:p>
      </dgm:t>
    </dgm:pt>
    <dgm:pt modelId="{9D3697A1-1521-4F73-9B51-194CE3AEEF3A}" type="sibTrans" cxnId="{784B642C-7647-4A1D-9F5C-D326F04EE965}">
      <dgm:prSet/>
      <dgm:spPr/>
      <dgm:t>
        <a:bodyPr/>
        <a:lstStyle/>
        <a:p>
          <a:endParaRPr lang="en-IN"/>
        </a:p>
      </dgm:t>
    </dgm:pt>
    <dgm:pt modelId="{A082C7F6-ED1D-4E9D-9700-E8FBF165106B}">
      <dgm:prSet phldrT="[Text]" phldr="0"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Result Visualization</a:t>
          </a:r>
        </a:p>
      </dgm:t>
    </dgm:pt>
    <dgm:pt modelId="{D1A2BF49-2CC0-4709-9071-4E3CE473350A}" type="parTrans" cxnId="{BA1E6A8C-6966-4B99-B1B9-B1783087B1C6}">
      <dgm:prSet/>
      <dgm:spPr/>
      <dgm:t>
        <a:bodyPr/>
        <a:lstStyle/>
        <a:p>
          <a:endParaRPr lang="en-IN"/>
        </a:p>
      </dgm:t>
    </dgm:pt>
    <dgm:pt modelId="{1AC2F4B1-2602-489B-B38B-BAACACE084F0}" type="sibTrans" cxnId="{BA1E6A8C-6966-4B99-B1B9-B1783087B1C6}">
      <dgm:prSet/>
      <dgm:spPr/>
      <dgm:t>
        <a:bodyPr/>
        <a:lstStyle/>
        <a:p>
          <a:endParaRPr lang="en-IN"/>
        </a:p>
      </dgm:t>
    </dgm:pt>
    <dgm:pt modelId="{76FB633D-F2A8-41C6-929A-70AA5CEEB613}">
      <dgm:prSet phldrT="[Text]" phldr="0" custT="1"/>
      <dgm:spPr/>
      <dgm:t>
        <a:bodyPr/>
        <a:lstStyle/>
        <a:p>
          <a:pPr>
            <a:buNone/>
          </a:pPr>
          <a:r>
            <a:rPr lang="en-IN" sz="1200" b="0" i="0" dirty="0">
              <a:latin typeface="Arial" panose="020B0604020202020204" pitchFamily="34" charset="0"/>
              <a:cs typeface="Arial" panose="020B0604020202020204" pitchFamily="34" charset="0"/>
            </a:rPr>
            <a:t>Identifying the Business Need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0EDCF4-18A2-41D7-8050-20F0E58FDA1B}" type="parTrans" cxnId="{F367139F-C900-486B-83EB-0E6474419F04}">
      <dgm:prSet/>
      <dgm:spPr/>
      <dgm:t>
        <a:bodyPr/>
        <a:lstStyle/>
        <a:p>
          <a:endParaRPr lang="en-IN"/>
        </a:p>
      </dgm:t>
    </dgm:pt>
    <dgm:pt modelId="{5A9B0467-DC0F-4ECF-B0BB-C6FB969AE6CD}" type="sibTrans" cxnId="{F367139F-C900-486B-83EB-0E6474419F04}">
      <dgm:prSet/>
      <dgm:spPr/>
      <dgm:t>
        <a:bodyPr/>
        <a:lstStyle/>
        <a:p>
          <a:endParaRPr lang="en-IN"/>
        </a:p>
      </dgm:t>
    </dgm:pt>
    <dgm:pt modelId="{CBC12B6B-5EFC-4FF0-AA6C-4871F65A9843}">
      <dgm:prSet phldrT="[Text]" phldr="0"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Using the Smart Meter data for Data Source</a:t>
          </a:r>
        </a:p>
      </dgm:t>
    </dgm:pt>
    <dgm:pt modelId="{AF7CC753-E074-46C7-883F-1BE9BF25F3B7}" type="parTrans" cxnId="{DA7A065C-3CCB-4D2F-BD7C-17871A8991B3}">
      <dgm:prSet/>
      <dgm:spPr/>
      <dgm:t>
        <a:bodyPr/>
        <a:lstStyle/>
        <a:p>
          <a:endParaRPr lang="en-IN"/>
        </a:p>
      </dgm:t>
    </dgm:pt>
    <dgm:pt modelId="{D007F57C-3F99-4679-B2B3-34001A05FBA1}" type="sibTrans" cxnId="{DA7A065C-3CCB-4D2F-BD7C-17871A8991B3}">
      <dgm:prSet/>
      <dgm:spPr/>
      <dgm:t>
        <a:bodyPr/>
        <a:lstStyle/>
        <a:p>
          <a:endParaRPr lang="en-IN"/>
        </a:p>
      </dgm:t>
    </dgm:pt>
    <dgm:pt modelId="{BFF29B69-DE1C-44F5-9AC8-44A95E2CF7B3}">
      <dgm:prSet phldrT="[Text]" phldr="0"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Business Insights</a:t>
          </a:r>
        </a:p>
      </dgm:t>
    </dgm:pt>
    <dgm:pt modelId="{6A499C7C-73F6-4715-9339-663F588B7758}" type="parTrans" cxnId="{49C35D29-BAEF-4A80-ADC0-4A6AB088851C}">
      <dgm:prSet/>
      <dgm:spPr/>
      <dgm:t>
        <a:bodyPr/>
        <a:lstStyle/>
        <a:p>
          <a:endParaRPr lang="en-IN"/>
        </a:p>
      </dgm:t>
    </dgm:pt>
    <dgm:pt modelId="{3A6BC601-E55D-4485-824C-E8E2DFEB8563}" type="sibTrans" cxnId="{49C35D29-BAEF-4A80-ADC0-4A6AB088851C}">
      <dgm:prSet/>
      <dgm:spPr/>
      <dgm:t>
        <a:bodyPr/>
        <a:lstStyle/>
        <a:p>
          <a:endParaRPr lang="en-IN"/>
        </a:p>
      </dgm:t>
    </dgm:pt>
    <dgm:pt modelId="{E4645BE2-C943-4B62-BE87-EDB484884C1B}">
      <dgm:prSet phldrT="[Text]" phldr="0" custT="1"/>
      <dgm:spPr/>
      <dgm:t>
        <a:bodyPr/>
        <a:lstStyle/>
        <a:p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Recommendations</a:t>
          </a:r>
        </a:p>
      </dgm:t>
    </dgm:pt>
    <dgm:pt modelId="{8D6DC500-A725-4E57-AFF8-AFA9C1C4E236}" type="parTrans" cxnId="{B500CAC1-EFB2-4A59-92CA-6B81D5B99B80}">
      <dgm:prSet/>
      <dgm:spPr/>
      <dgm:t>
        <a:bodyPr/>
        <a:lstStyle/>
        <a:p>
          <a:endParaRPr lang="en-IN"/>
        </a:p>
      </dgm:t>
    </dgm:pt>
    <dgm:pt modelId="{D594F15E-C3E0-4AC4-96CA-EE6EBD267E9B}" type="sibTrans" cxnId="{B500CAC1-EFB2-4A59-92CA-6B81D5B99B80}">
      <dgm:prSet/>
      <dgm:spPr/>
      <dgm:t>
        <a:bodyPr/>
        <a:lstStyle/>
        <a:p>
          <a:endParaRPr lang="en-IN"/>
        </a:p>
      </dgm:t>
    </dgm:pt>
    <dgm:pt modelId="{27FDFDD1-ED06-4470-AC74-57015AF6346E}" type="pres">
      <dgm:prSet presAssocID="{E473DDF5-6CC4-4555-97CE-4AA4A41E792D}" presName="Name0" presStyleCnt="0">
        <dgm:presLayoutVars>
          <dgm:dir/>
          <dgm:resizeHandles val="exact"/>
        </dgm:presLayoutVars>
      </dgm:prSet>
      <dgm:spPr/>
    </dgm:pt>
    <dgm:pt modelId="{5B400373-7A8C-425D-B8AC-3A754B07DC22}" type="pres">
      <dgm:prSet presAssocID="{E473DDF5-6CC4-4555-97CE-4AA4A41E792D}" presName="fgShape" presStyleLbl="fgShp" presStyleIdx="0" presStyleCnt="1"/>
      <dgm:spPr/>
    </dgm:pt>
    <dgm:pt modelId="{42E37581-4955-4435-B4AF-92C67A9726E2}" type="pres">
      <dgm:prSet presAssocID="{E473DDF5-6CC4-4555-97CE-4AA4A41E792D}" presName="linComp" presStyleCnt="0"/>
      <dgm:spPr/>
    </dgm:pt>
    <dgm:pt modelId="{90BFC8F8-6D3E-419C-9B4A-76BAE703749A}" type="pres">
      <dgm:prSet presAssocID="{76FB633D-F2A8-41C6-929A-70AA5CEEB613}" presName="compNode" presStyleCnt="0"/>
      <dgm:spPr/>
    </dgm:pt>
    <dgm:pt modelId="{0CC94FEC-590C-448B-8EF7-2E1525147672}" type="pres">
      <dgm:prSet presAssocID="{76FB633D-F2A8-41C6-929A-70AA5CEEB613}" presName="bkgdShape" presStyleLbl="node1" presStyleIdx="0" presStyleCnt="8"/>
      <dgm:spPr/>
    </dgm:pt>
    <dgm:pt modelId="{E53E1E5F-1790-44E7-92C9-32F7AD4578A6}" type="pres">
      <dgm:prSet presAssocID="{76FB633D-F2A8-41C6-929A-70AA5CEEB613}" presName="nodeTx" presStyleLbl="node1" presStyleIdx="0" presStyleCnt="8">
        <dgm:presLayoutVars>
          <dgm:bulletEnabled val="1"/>
        </dgm:presLayoutVars>
      </dgm:prSet>
      <dgm:spPr/>
    </dgm:pt>
    <dgm:pt modelId="{4751235D-0A8F-4D8E-B008-AF123F764241}" type="pres">
      <dgm:prSet presAssocID="{76FB633D-F2A8-41C6-929A-70AA5CEEB613}" presName="invisiNode" presStyleLbl="node1" presStyleIdx="0" presStyleCnt="8"/>
      <dgm:spPr/>
    </dgm:pt>
    <dgm:pt modelId="{88373956-F9F3-4D52-BDBD-99E2DF54D0FB}" type="pres">
      <dgm:prSet presAssocID="{76FB633D-F2A8-41C6-929A-70AA5CEEB613}" presName="imagNode" presStyleLbl="fgImgPlace1" presStyleIdx="0" presStyleCnt="8"/>
      <dgm:spPr>
        <a:blipFill>
          <a:blip xmlns:r="http://schemas.openxmlformats.org/officeDocument/2006/relationships" r:embed="rId1"/>
          <a:srcRect/>
          <a:stretch>
            <a:fillRect l="-75000" r="-75000"/>
          </a:stretch>
        </a:blipFill>
      </dgm:spPr>
    </dgm:pt>
    <dgm:pt modelId="{800CF30B-8265-4364-9456-AABE5097F727}" type="pres">
      <dgm:prSet presAssocID="{5A9B0467-DC0F-4ECF-B0BB-C6FB969AE6CD}" presName="sibTrans" presStyleLbl="sibTrans2D1" presStyleIdx="0" presStyleCnt="0"/>
      <dgm:spPr/>
    </dgm:pt>
    <dgm:pt modelId="{27C587C7-701E-4313-B2DD-B35946D0D81D}" type="pres">
      <dgm:prSet presAssocID="{CBC12B6B-5EFC-4FF0-AA6C-4871F65A9843}" presName="compNode" presStyleCnt="0"/>
      <dgm:spPr/>
    </dgm:pt>
    <dgm:pt modelId="{C7AD48CA-5ABF-4650-9E4C-9860C11F033A}" type="pres">
      <dgm:prSet presAssocID="{CBC12B6B-5EFC-4FF0-AA6C-4871F65A9843}" presName="bkgdShape" presStyleLbl="node1" presStyleIdx="1" presStyleCnt="8"/>
      <dgm:spPr/>
    </dgm:pt>
    <dgm:pt modelId="{C1BB8DAA-27EB-44E2-A266-9DACEBF031F7}" type="pres">
      <dgm:prSet presAssocID="{CBC12B6B-5EFC-4FF0-AA6C-4871F65A9843}" presName="nodeTx" presStyleLbl="node1" presStyleIdx="1" presStyleCnt="8">
        <dgm:presLayoutVars>
          <dgm:bulletEnabled val="1"/>
        </dgm:presLayoutVars>
      </dgm:prSet>
      <dgm:spPr/>
    </dgm:pt>
    <dgm:pt modelId="{F99289B7-3094-4A49-B53C-516100324A29}" type="pres">
      <dgm:prSet presAssocID="{CBC12B6B-5EFC-4FF0-AA6C-4871F65A9843}" presName="invisiNode" presStyleLbl="node1" presStyleIdx="1" presStyleCnt="8"/>
      <dgm:spPr/>
    </dgm:pt>
    <dgm:pt modelId="{E79AC540-C4E1-487D-A7ED-FCF4A22871EC}" type="pres">
      <dgm:prSet presAssocID="{CBC12B6B-5EFC-4FF0-AA6C-4871F65A9843}" presName="imagNode" presStyleLbl="fgImgPlace1" presStyleIdx="1" presStyleCnt="8"/>
      <dgm:spPr>
        <a:blipFill>
          <a:blip xmlns:r="http://schemas.openxmlformats.org/officeDocument/2006/relationships" r:embed="rId2"/>
          <a:srcRect/>
          <a:stretch>
            <a:fillRect l="-33000" r="-33000"/>
          </a:stretch>
        </a:blipFill>
      </dgm:spPr>
    </dgm:pt>
    <dgm:pt modelId="{D1EE979B-28D7-4F11-9C66-81905D3B4A30}" type="pres">
      <dgm:prSet presAssocID="{D007F57C-3F99-4679-B2B3-34001A05FBA1}" presName="sibTrans" presStyleLbl="sibTrans2D1" presStyleIdx="0" presStyleCnt="0"/>
      <dgm:spPr/>
    </dgm:pt>
    <dgm:pt modelId="{E3D0E729-C2FA-485D-BAF3-5159C9E72134}" type="pres">
      <dgm:prSet presAssocID="{5C935B75-5472-4070-AED7-5373AB9BE463}" presName="compNode" presStyleCnt="0"/>
      <dgm:spPr/>
    </dgm:pt>
    <dgm:pt modelId="{1C8ABF4C-7AAE-4357-B629-6BE542B9FF94}" type="pres">
      <dgm:prSet presAssocID="{5C935B75-5472-4070-AED7-5373AB9BE463}" presName="bkgdShape" presStyleLbl="node1" presStyleIdx="2" presStyleCnt="8"/>
      <dgm:spPr/>
    </dgm:pt>
    <dgm:pt modelId="{D2F833C5-6C9A-4976-A733-856C405D4E08}" type="pres">
      <dgm:prSet presAssocID="{5C935B75-5472-4070-AED7-5373AB9BE463}" presName="nodeTx" presStyleLbl="node1" presStyleIdx="2" presStyleCnt="8">
        <dgm:presLayoutVars>
          <dgm:bulletEnabled val="1"/>
        </dgm:presLayoutVars>
      </dgm:prSet>
      <dgm:spPr/>
    </dgm:pt>
    <dgm:pt modelId="{3F0B880F-F28B-44CF-AEFF-A345104A7349}" type="pres">
      <dgm:prSet presAssocID="{5C935B75-5472-4070-AED7-5373AB9BE463}" presName="invisiNode" presStyleLbl="node1" presStyleIdx="2" presStyleCnt="8"/>
      <dgm:spPr/>
    </dgm:pt>
    <dgm:pt modelId="{0AFBA350-FFB5-4945-9327-61F504F4D162}" type="pres">
      <dgm:prSet presAssocID="{5C935B75-5472-4070-AED7-5373AB9BE463}" presName="imagNode" presStyleLbl="fgImgPlace1" presStyleIdx="2" presStyleCnt="8" custScaleX="80953" custScaleY="64165"/>
      <dgm:spPr>
        <a:blipFill>
          <a:blip xmlns:r="http://schemas.openxmlformats.org/officeDocument/2006/relationships" r:embed="rId3"/>
          <a:srcRect/>
          <a:stretch>
            <a:fillRect l="-80000" r="-80000"/>
          </a:stretch>
        </a:blipFill>
      </dgm:spPr>
    </dgm:pt>
    <dgm:pt modelId="{BB0DA191-9BA6-436C-92E1-8BA65FE43A07}" type="pres">
      <dgm:prSet presAssocID="{6C5DBB6F-4539-4B11-866F-D4EECA7501E5}" presName="sibTrans" presStyleLbl="sibTrans2D1" presStyleIdx="0" presStyleCnt="0"/>
      <dgm:spPr/>
    </dgm:pt>
    <dgm:pt modelId="{686903F0-434D-41EC-9241-B14E7D2CC243}" type="pres">
      <dgm:prSet presAssocID="{0F697C53-6269-408E-A422-289A5106F59E}" presName="compNode" presStyleCnt="0"/>
      <dgm:spPr/>
    </dgm:pt>
    <dgm:pt modelId="{DEA6E606-5E8E-49CC-BCD9-6A09371E116D}" type="pres">
      <dgm:prSet presAssocID="{0F697C53-6269-408E-A422-289A5106F59E}" presName="bkgdShape" presStyleLbl="node1" presStyleIdx="3" presStyleCnt="8" custScaleX="116705"/>
      <dgm:spPr/>
    </dgm:pt>
    <dgm:pt modelId="{2BF5255E-D7C4-4791-B227-3A74E0452D18}" type="pres">
      <dgm:prSet presAssocID="{0F697C53-6269-408E-A422-289A5106F59E}" presName="nodeTx" presStyleLbl="node1" presStyleIdx="3" presStyleCnt="8">
        <dgm:presLayoutVars>
          <dgm:bulletEnabled val="1"/>
        </dgm:presLayoutVars>
      </dgm:prSet>
      <dgm:spPr/>
    </dgm:pt>
    <dgm:pt modelId="{02A45247-92BC-4012-BC95-BED676762B1C}" type="pres">
      <dgm:prSet presAssocID="{0F697C53-6269-408E-A422-289A5106F59E}" presName="invisiNode" presStyleLbl="node1" presStyleIdx="3" presStyleCnt="8"/>
      <dgm:spPr/>
    </dgm:pt>
    <dgm:pt modelId="{0723FF23-6A8C-47DF-8B78-97F871779FF6}" type="pres">
      <dgm:prSet presAssocID="{0F697C53-6269-408E-A422-289A5106F59E}" presName="imagNode" presStyleLbl="fgImgPlace1" presStyleIdx="3" presStyleCnt="8" custScaleX="85141" custScaleY="82147"/>
      <dgm:spPr>
        <a:blipFill>
          <a:blip xmlns:r="http://schemas.openxmlformats.org/officeDocument/2006/relationships" r:embed="rId4"/>
          <a:srcRect/>
          <a:stretch>
            <a:fillRect l="-114000" r="-114000"/>
          </a:stretch>
        </a:blipFill>
      </dgm:spPr>
    </dgm:pt>
    <dgm:pt modelId="{188AB63F-DD7D-4F6E-AB76-B508B1111421}" type="pres">
      <dgm:prSet presAssocID="{CF18BEC3-408C-4226-B585-DE465D7D769E}" presName="sibTrans" presStyleLbl="sibTrans2D1" presStyleIdx="0" presStyleCnt="0"/>
      <dgm:spPr/>
    </dgm:pt>
    <dgm:pt modelId="{15F2AB94-D271-4C2F-9049-77EAEAAE5209}" type="pres">
      <dgm:prSet presAssocID="{FF906C97-A028-4D8F-A7CD-381DF6F98A33}" presName="compNode" presStyleCnt="0"/>
      <dgm:spPr/>
    </dgm:pt>
    <dgm:pt modelId="{F15337DC-7A35-4420-9686-A6A80CCC7E9F}" type="pres">
      <dgm:prSet presAssocID="{FF906C97-A028-4D8F-A7CD-381DF6F98A33}" presName="bkgdShape" presStyleLbl="node1" presStyleIdx="4" presStyleCnt="8"/>
      <dgm:spPr/>
    </dgm:pt>
    <dgm:pt modelId="{CBDDE9D8-71EF-4493-BB64-45F4252561FA}" type="pres">
      <dgm:prSet presAssocID="{FF906C97-A028-4D8F-A7CD-381DF6F98A33}" presName="nodeTx" presStyleLbl="node1" presStyleIdx="4" presStyleCnt="8">
        <dgm:presLayoutVars>
          <dgm:bulletEnabled val="1"/>
        </dgm:presLayoutVars>
      </dgm:prSet>
      <dgm:spPr/>
    </dgm:pt>
    <dgm:pt modelId="{FCA0B292-970E-4164-ABB6-DC5D46F64046}" type="pres">
      <dgm:prSet presAssocID="{FF906C97-A028-4D8F-A7CD-381DF6F98A33}" presName="invisiNode" presStyleLbl="node1" presStyleIdx="4" presStyleCnt="8"/>
      <dgm:spPr/>
    </dgm:pt>
    <dgm:pt modelId="{8E838C5F-CF00-4FEF-BCA0-617384CBF917}" type="pres">
      <dgm:prSet presAssocID="{FF906C97-A028-4D8F-A7CD-381DF6F98A33}" presName="imagNode" presStyleLbl="fgImgPlace1" presStyleIdx="4" presStyleCnt="8"/>
      <dgm:spPr>
        <a:blipFill>
          <a:blip xmlns:r="http://schemas.openxmlformats.org/officeDocument/2006/relationships" r:embed="rId5"/>
          <a:srcRect/>
          <a:stretch>
            <a:fillRect l="-56000" r="-56000"/>
          </a:stretch>
        </a:blipFill>
      </dgm:spPr>
    </dgm:pt>
    <dgm:pt modelId="{73E8CBFE-CA64-4E86-BDC8-761304174C9E}" type="pres">
      <dgm:prSet presAssocID="{9D3697A1-1521-4F73-9B51-194CE3AEEF3A}" presName="sibTrans" presStyleLbl="sibTrans2D1" presStyleIdx="0" presStyleCnt="0"/>
      <dgm:spPr/>
    </dgm:pt>
    <dgm:pt modelId="{A5FC7443-89AE-4015-98EF-07449E712FB6}" type="pres">
      <dgm:prSet presAssocID="{A082C7F6-ED1D-4E9D-9700-E8FBF165106B}" presName="compNode" presStyleCnt="0"/>
      <dgm:spPr/>
    </dgm:pt>
    <dgm:pt modelId="{82FA872A-8D83-4B88-9389-85F63E71C640}" type="pres">
      <dgm:prSet presAssocID="{A082C7F6-ED1D-4E9D-9700-E8FBF165106B}" presName="bkgdShape" presStyleLbl="node1" presStyleIdx="5" presStyleCnt="8" custScaleX="118890"/>
      <dgm:spPr/>
    </dgm:pt>
    <dgm:pt modelId="{89AE649D-6180-4740-B3F6-E6751AA6239B}" type="pres">
      <dgm:prSet presAssocID="{A082C7F6-ED1D-4E9D-9700-E8FBF165106B}" presName="nodeTx" presStyleLbl="node1" presStyleIdx="5" presStyleCnt="8">
        <dgm:presLayoutVars>
          <dgm:bulletEnabled val="1"/>
        </dgm:presLayoutVars>
      </dgm:prSet>
      <dgm:spPr/>
    </dgm:pt>
    <dgm:pt modelId="{F1F72DD6-9E97-4C71-A37B-C002438D344F}" type="pres">
      <dgm:prSet presAssocID="{A082C7F6-ED1D-4E9D-9700-E8FBF165106B}" presName="invisiNode" presStyleLbl="node1" presStyleIdx="5" presStyleCnt="8"/>
      <dgm:spPr/>
    </dgm:pt>
    <dgm:pt modelId="{5CBC1484-FCAE-4250-96F3-291C828804B8}" type="pres">
      <dgm:prSet presAssocID="{A082C7F6-ED1D-4E9D-9700-E8FBF165106B}" presName="imagNode" presStyleLbl="fgImgPlace1" presStyleIdx="5" presStyleCnt="8"/>
      <dgm:spPr>
        <a:blipFill>
          <a:blip xmlns:r="http://schemas.openxmlformats.org/officeDocument/2006/relationships" r:embed="rId6"/>
          <a:srcRect/>
          <a:stretch>
            <a:fillRect l="-17000" r="-17000"/>
          </a:stretch>
        </a:blipFill>
      </dgm:spPr>
    </dgm:pt>
    <dgm:pt modelId="{E79B9467-0990-4994-84F5-B374ABDD20E8}" type="pres">
      <dgm:prSet presAssocID="{1AC2F4B1-2602-489B-B38B-BAACACE084F0}" presName="sibTrans" presStyleLbl="sibTrans2D1" presStyleIdx="0" presStyleCnt="0"/>
      <dgm:spPr/>
    </dgm:pt>
    <dgm:pt modelId="{6B54F2E0-8C78-437D-8704-A122B28E0959}" type="pres">
      <dgm:prSet presAssocID="{BFF29B69-DE1C-44F5-9AC8-44A95E2CF7B3}" presName="compNode" presStyleCnt="0"/>
      <dgm:spPr/>
    </dgm:pt>
    <dgm:pt modelId="{27A03B1F-361E-4CAF-B1D9-CBC580B45DB5}" type="pres">
      <dgm:prSet presAssocID="{BFF29B69-DE1C-44F5-9AC8-44A95E2CF7B3}" presName="bkgdShape" presStyleLbl="node1" presStyleIdx="6" presStyleCnt="8"/>
      <dgm:spPr/>
    </dgm:pt>
    <dgm:pt modelId="{F7E4CDE2-BF27-4999-B760-3D844AB1AF5D}" type="pres">
      <dgm:prSet presAssocID="{BFF29B69-DE1C-44F5-9AC8-44A95E2CF7B3}" presName="nodeTx" presStyleLbl="node1" presStyleIdx="6" presStyleCnt="8">
        <dgm:presLayoutVars>
          <dgm:bulletEnabled val="1"/>
        </dgm:presLayoutVars>
      </dgm:prSet>
      <dgm:spPr/>
    </dgm:pt>
    <dgm:pt modelId="{29D5EA60-0EBC-4704-80E6-FB9A63744A6C}" type="pres">
      <dgm:prSet presAssocID="{BFF29B69-DE1C-44F5-9AC8-44A95E2CF7B3}" presName="invisiNode" presStyleLbl="node1" presStyleIdx="6" presStyleCnt="8"/>
      <dgm:spPr/>
    </dgm:pt>
    <dgm:pt modelId="{C1CC7A32-6758-4471-AE91-345AA4746C85}" type="pres">
      <dgm:prSet presAssocID="{BFF29B69-DE1C-44F5-9AC8-44A95E2CF7B3}" presName="imagNode" presStyleLbl="fgImgPlace1" presStyleIdx="6" presStyleCnt="8"/>
      <dgm:spPr>
        <a:blipFill>
          <a:blip xmlns:r="http://schemas.openxmlformats.org/officeDocument/2006/relationships" r:embed="rId7"/>
          <a:srcRect/>
          <a:stretch>
            <a:fillRect l="-29000" r="-29000"/>
          </a:stretch>
        </a:blipFill>
      </dgm:spPr>
    </dgm:pt>
    <dgm:pt modelId="{6F6722E1-D49B-478B-88F0-F0B6BBF309A9}" type="pres">
      <dgm:prSet presAssocID="{3A6BC601-E55D-4485-824C-E8E2DFEB8563}" presName="sibTrans" presStyleLbl="sibTrans2D1" presStyleIdx="0" presStyleCnt="0"/>
      <dgm:spPr/>
    </dgm:pt>
    <dgm:pt modelId="{5E820923-E8EA-4CFA-BDF9-6885C12B182E}" type="pres">
      <dgm:prSet presAssocID="{E4645BE2-C943-4B62-BE87-EDB484884C1B}" presName="compNode" presStyleCnt="0"/>
      <dgm:spPr/>
    </dgm:pt>
    <dgm:pt modelId="{B2BABDCC-AE96-4358-939B-E6C2C1880590}" type="pres">
      <dgm:prSet presAssocID="{E4645BE2-C943-4B62-BE87-EDB484884C1B}" presName="bkgdShape" presStyleLbl="node1" presStyleIdx="7" presStyleCnt="8"/>
      <dgm:spPr/>
    </dgm:pt>
    <dgm:pt modelId="{BB97FA89-252A-4B01-9518-4E9C2732D467}" type="pres">
      <dgm:prSet presAssocID="{E4645BE2-C943-4B62-BE87-EDB484884C1B}" presName="nodeTx" presStyleLbl="node1" presStyleIdx="7" presStyleCnt="8">
        <dgm:presLayoutVars>
          <dgm:bulletEnabled val="1"/>
        </dgm:presLayoutVars>
      </dgm:prSet>
      <dgm:spPr/>
    </dgm:pt>
    <dgm:pt modelId="{49D4E6F1-74D0-4F44-82FA-0704942619A8}" type="pres">
      <dgm:prSet presAssocID="{E4645BE2-C943-4B62-BE87-EDB484884C1B}" presName="invisiNode" presStyleLbl="node1" presStyleIdx="7" presStyleCnt="8"/>
      <dgm:spPr/>
    </dgm:pt>
    <dgm:pt modelId="{F6FBB88D-73B9-4281-8920-27D4E68263B6}" type="pres">
      <dgm:prSet presAssocID="{E4645BE2-C943-4B62-BE87-EDB484884C1B}" presName="imagNode" presStyleLbl="fgImgPlace1" presStyleIdx="7" presStyleCnt="8"/>
      <dgm:spPr>
        <a:blipFill>
          <a:blip xmlns:r="http://schemas.openxmlformats.org/officeDocument/2006/relationships" r:embed="rId8"/>
          <a:srcRect/>
          <a:stretch>
            <a:fillRect l="-9000" r="-9000"/>
          </a:stretch>
        </a:blipFill>
      </dgm:spPr>
    </dgm:pt>
  </dgm:ptLst>
  <dgm:cxnLst>
    <dgm:cxn modelId="{F107621F-9859-413C-ABA4-9B70B492B4B8}" type="presOf" srcId="{D007F57C-3F99-4679-B2B3-34001A05FBA1}" destId="{D1EE979B-28D7-4F11-9C66-81905D3B4A30}" srcOrd="0" destOrd="0" presId="urn:microsoft.com/office/officeart/2005/8/layout/hList7"/>
    <dgm:cxn modelId="{BCCFEA26-FBA8-4C3D-97CA-9362588742F9}" type="presOf" srcId="{1AC2F4B1-2602-489B-B38B-BAACACE084F0}" destId="{E79B9467-0990-4994-84F5-B374ABDD20E8}" srcOrd="0" destOrd="0" presId="urn:microsoft.com/office/officeart/2005/8/layout/hList7"/>
    <dgm:cxn modelId="{49C35D29-BAEF-4A80-ADC0-4A6AB088851C}" srcId="{E473DDF5-6CC4-4555-97CE-4AA4A41E792D}" destId="{BFF29B69-DE1C-44F5-9AC8-44A95E2CF7B3}" srcOrd="6" destOrd="0" parTransId="{6A499C7C-73F6-4715-9339-663F588B7758}" sibTransId="{3A6BC601-E55D-4485-824C-E8E2DFEB8563}"/>
    <dgm:cxn modelId="{784B642C-7647-4A1D-9F5C-D326F04EE965}" srcId="{E473DDF5-6CC4-4555-97CE-4AA4A41E792D}" destId="{FF906C97-A028-4D8F-A7CD-381DF6F98A33}" srcOrd="4" destOrd="0" parTransId="{466EF9C8-A3DF-4309-87BB-39EFF646C5E5}" sibTransId="{9D3697A1-1521-4F73-9B51-194CE3AEEF3A}"/>
    <dgm:cxn modelId="{A6D20B34-43E2-4E6C-A662-38322F51868C}" type="presOf" srcId="{E4645BE2-C943-4B62-BE87-EDB484884C1B}" destId="{BB97FA89-252A-4B01-9518-4E9C2732D467}" srcOrd="1" destOrd="0" presId="urn:microsoft.com/office/officeart/2005/8/layout/hList7"/>
    <dgm:cxn modelId="{C48CFB34-0940-4065-B241-961292A4A046}" type="presOf" srcId="{5C935B75-5472-4070-AED7-5373AB9BE463}" destId="{1C8ABF4C-7AAE-4357-B629-6BE542B9FF94}" srcOrd="0" destOrd="0" presId="urn:microsoft.com/office/officeart/2005/8/layout/hList7"/>
    <dgm:cxn modelId="{31315C3C-5961-4EC0-955A-99D7A53A9C2A}" type="presOf" srcId="{BFF29B69-DE1C-44F5-9AC8-44A95E2CF7B3}" destId="{27A03B1F-361E-4CAF-B1D9-CBC580B45DB5}" srcOrd="0" destOrd="0" presId="urn:microsoft.com/office/officeart/2005/8/layout/hList7"/>
    <dgm:cxn modelId="{DA7A065C-3CCB-4D2F-BD7C-17871A8991B3}" srcId="{E473DDF5-6CC4-4555-97CE-4AA4A41E792D}" destId="{CBC12B6B-5EFC-4FF0-AA6C-4871F65A9843}" srcOrd="1" destOrd="0" parTransId="{AF7CC753-E074-46C7-883F-1BE9BF25F3B7}" sibTransId="{D007F57C-3F99-4679-B2B3-34001A05FBA1}"/>
    <dgm:cxn modelId="{7D5AB15E-829D-45F6-AFFD-EB5CEEA79F4D}" type="presOf" srcId="{FF906C97-A028-4D8F-A7CD-381DF6F98A33}" destId="{CBDDE9D8-71EF-4493-BB64-45F4252561FA}" srcOrd="1" destOrd="0" presId="urn:microsoft.com/office/officeart/2005/8/layout/hList7"/>
    <dgm:cxn modelId="{83845461-5A15-45F5-9A2C-85DFE3625FA1}" srcId="{E473DDF5-6CC4-4555-97CE-4AA4A41E792D}" destId="{5C935B75-5472-4070-AED7-5373AB9BE463}" srcOrd="2" destOrd="0" parTransId="{B49CE075-6BB6-4E20-AD7B-5F7DE92C2197}" sibTransId="{6C5DBB6F-4539-4B11-866F-D4EECA7501E5}"/>
    <dgm:cxn modelId="{DA67B464-20B1-4E3E-A12C-DF0A9C9B9E0D}" srcId="{E473DDF5-6CC4-4555-97CE-4AA4A41E792D}" destId="{0F697C53-6269-408E-A422-289A5106F59E}" srcOrd="3" destOrd="0" parTransId="{09AAD0A7-61FE-4526-8CAA-30FCE8C0F1A1}" sibTransId="{CF18BEC3-408C-4226-B585-DE465D7D769E}"/>
    <dgm:cxn modelId="{88B2C34D-BB43-4EBD-95CF-CC5C835D4DCB}" type="presOf" srcId="{CBC12B6B-5EFC-4FF0-AA6C-4871F65A9843}" destId="{C7AD48CA-5ABF-4650-9E4C-9860C11F033A}" srcOrd="0" destOrd="0" presId="urn:microsoft.com/office/officeart/2005/8/layout/hList7"/>
    <dgm:cxn modelId="{5C3D8471-DDC9-4F01-BBD2-574CCB29D1C1}" type="presOf" srcId="{5A9B0467-DC0F-4ECF-B0BB-C6FB969AE6CD}" destId="{800CF30B-8265-4364-9456-AABE5097F727}" srcOrd="0" destOrd="0" presId="urn:microsoft.com/office/officeart/2005/8/layout/hList7"/>
    <dgm:cxn modelId="{C274C771-DACF-4304-80D1-B52AE3C97562}" type="presOf" srcId="{5C935B75-5472-4070-AED7-5373AB9BE463}" destId="{D2F833C5-6C9A-4976-A733-856C405D4E08}" srcOrd="1" destOrd="0" presId="urn:microsoft.com/office/officeart/2005/8/layout/hList7"/>
    <dgm:cxn modelId="{F7B7A852-065C-4073-A0A3-9E4D39425DFF}" type="presOf" srcId="{0F697C53-6269-408E-A422-289A5106F59E}" destId="{DEA6E606-5E8E-49CC-BCD9-6A09371E116D}" srcOrd="0" destOrd="0" presId="urn:microsoft.com/office/officeart/2005/8/layout/hList7"/>
    <dgm:cxn modelId="{B8F3CC75-8765-4923-82CB-DE9DDEBCA104}" type="presOf" srcId="{CF18BEC3-408C-4226-B585-DE465D7D769E}" destId="{188AB63F-DD7D-4F6E-AB76-B508B1111421}" srcOrd="0" destOrd="0" presId="urn:microsoft.com/office/officeart/2005/8/layout/hList7"/>
    <dgm:cxn modelId="{E0EEB05A-65D5-438F-BA04-E8390943D102}" type="presOf" srcId="{BFF29B69-DE1C-44F5-9AC8-44A95E2CF7B3}" destId="{F7E4CDE2-BF27-4999-B760-3D844AB1AF5D}" srcOrd="1" destOrd="0" presId="urn:microsoft.com/office/officeart/2005/8/layout/hList7"/>
    <dgm:cxn modelId="{7FCDBB87-84C5-4E74-9BDF-FA154F7D68A3}" type="presOf" srcId="{E4645BE2-C943-4B62-BE87-EDB484884C1B}" destId="{B2BABDCC-AE96-4358-939B-E6C2C1880590}" srcOrd="0" destOrd="0" presId="urn:microsoft.com/office/officeart/2005/8/layout/hList7"/>
    <dgm:cxn modelId="{BA1E6A8C-6966-4B99-B1B9-B1783087B1C6}" srcId="{E473DDF5-6CC4-4555-97CE-4AA4A41E792D}" destId="{A082C7F6-ED1D-4E9D-9700-E8FBF165106B}" srcOrd="5" destOrd="0" parTransId="{D1A2BF49-2CC0-4709-9071-4E3CE473350A}" sibTransId="{1AC2F4B1-2602-489B-B38B-BAACACE084F0}"/>
    <dgm:cxn modelId="{1D3BD597-4AB9-4A7A-BAAD-BA7DD1C00D8C}" type="presOf" srcId="{9D3697A1-1521-4F73-9B51-194CE3AEEF3A}" destId="{73E8CBFE-CA64-4E86-BDC8-761304174C9E}" srcOrd="0" destOrd="0" presId="urn:microsoft.com/office/officeart/2005/8/layout/hList7"/>
    <dgm:cxn modelId="{CAAD6098-0402-4C39-AAB3-9712998DE6C6}" type="presOf" srcId="{0F697C53-6269-408E-A422-289A5106F59E}" destId="{2BF5255E-D7C4-4791-B227-3A74E0452D18}" srcOrd="1" destOrd="0" presId="urn:microsoft.com/office/officeart/2005/8/layout/hList7"/>
    <dgm:cxn modelId="{F367139F-C900-486B-83EB-0E6474419F04}" srcId="{E473DDF5-6CC4-4555-97CE-4AA4A41E792D}" destId="{76FB633D-F2A8-41C6-929A-70AA5CEEB613}" srcOrd="0" destOrd="0" parTransId="{F40EDCF4-18A2-41D7-8050-20F0E58FDA1B}" sibTransId="{5A9B0467-DC0F-4ECF-B0BB-C6FB969AE6CD}"/>
    <dgm:cxn modelId="{893295A7-8149-41F1-94DF-20AC9F2E4877}" type="presOf" srcId="{A082C7F6-ED1D-4E9D-9700-E8FBF165106B}" destId="{82FA872A-8D83-4B88-9389-85F63E71C640}" srcOrd="0" destOrd="0" presId="urn:microsoft.com/office/officeart/2005/8/layout/hList7"/>
    <dgm:cxn modelId="{F92C81B7-8E49-402A-B433-4F90D8805F8D}" type="presOf" srcId="{A082C7F6-ED1D-4E9D-9700-E8FBF165106B}" destId="{89AE649D-6180-4740-B3F6-E6751AA6239B}" srcOrd="1" destOrd="0" presId="urn:microsoft.com/office/officeart/2005/8/layout/hList7"/>
    <dgm:cxn modelId="{276A6EBC-23CD-4186-9E5A-A6EC0BF0F22D}" type="presOf" srcId="{76FB633D-F2A8-41C6-929A-70AA5CEEB613}" destId="{0CC94FEC-590C-448B-8EF7-2E1525147672}" srcOrd="0" destOrd="0" presId="urn:microsoft.com/office/officeart/2005/8/layout/hList7"/>
    <dgm:cxn modelId="{F2C61CC1-BC95-4B02-B63D-7DE83BB48DD8}" type="presOf" srcId="{76FB633D-F2A8-41C6-929A-70AA5CEEB613}" destId="{E53E1E5F-1790-44E7-92C9-32F7AD4578A6}" srcOrd="1" destOrd="0" presId="urn:microsoft.com/office/officeart/2005/8/layout/hList7"/>
    <dgm:cxn modelId="{B500CAC1-EFB2-4A59-92CA-6B81D5B99B80}" srcId="{E473DDF5-6CC4-4555-97CE-4AA4A41E792D}" destId="{E4645BE2-C943-4B62-BE87-EDB484884C1B}" srcOrd="7" destOrd="0" parTransId="{8D6DC500-A725-4E57-AFF8-AFA9C1C4E236}" sibTransId="{D594F15E-C3E0-4AC4-96CA-EE6EBD267E9B}"/>
    <dgm:cxn modelId="{0A539DC6-E1EE-429B-A287-0E9FF09B55B9}" type="presOf" srcId="{E473DDF5-6CC4-4555-97CE-4AA4A41E792D}" destId="{27FDFDD1-ED06-4470-AC74-57015AF6346E}" srcOrd="0" destOrd="0" presId="urn:microsoft.com/office/officeart/2005/8/layout/hList7"/>
    <dgm:cxn modelId="{1F8E36E7-7C42-4761-B7D9-CE06436E9BC4}" type="presOf" srcId="{3A6BC601-E55D-4485-824C-E8E2DFEB8563}" destId="{6F6722E1-D49B-478B-88F0-F0B6BBF309A9}" srcOrd="0" destOrd="0" presId="urn:microsoft.com/office/officeart/2005/8/layout/hList7"/>
    <dgm:cxn modelId="{05FC6EEB-6B59-4606-A333-9EE0F9BB54C8}" type="presOf" srcId="{CBC12B6B-5EFC-4FF0-AA6C-4871F65A9843}" destId="{C1BB8DAA-27EB-44E2-A266-9DACEBF031F7}" srcOrd="1" destOrd="0" presId="urn:microsoft.com/office/officeart/2005/8/layout/hList7"/>
    <dgm:cxn modelId="{E5E0E0F5-322C-4CC7-AAEF-4A98CC80839C}" type="presOf" srcId="{FF906C97-A028-4D8F-A7CD-381DF6F98A33}" destId="{F15337DC-7A35-4420-9686-A6A80CCC7E9F}" srcOrd="0" destOrd="0" presId="urn:microsoft.com/office/officeart/2005/8/layout/hList7"/>
    <dgm:cxn modelId="{8DF8FEF9-BC5F-4D07-B678-2E87DB448A27}" type="presOf" srcId="{6C5DBB6F-4539-4B11-866F-D4EECA7501E5}" destId="{BB0DA191-9BA6-436C-92E1-8BA65FE43A07}" srcOrd="0" destOrd="0" presId="urn:microsoft.com/office/officeart/2005/8/layout/hList7"/>
    <dgm:cxn modelId="{4EDC09D3-D1F0-4B6B-A01D-2F9D2DBBCF17}" type="presParOf" srcId="{27FDFDD1-ED06-4470-AC74-57015AF6346E}" destId="{5B400373-7A8C-425D-B8AC-3A754B07DC22}" srcOrd="0" destOrd="0" presId="urn:microsoft.com/office/officeart/2005/8/layout/hList7"/>
    <dgm:cxn modelId="{DD3962C7-007C-42F4-AAC3-841FBC13A72A}" type="presParOf" srcId="{27FDFDD1-ED06-4470-AC74-57015AF6346E}" destId="{42E37581-4955-4435-B4AF-92C67A9726E2}" srcOrd="1" destOrd="0" presId="urn:microsoft.com/office/officeart/2005/8/layout/hList7"/>
    <dgm:cxn modelId="{D3160CE7-6EBF-45DA-9932-FD0CED65175B}" type="presParOf" srcId="{42E37581-4955-4435-B4AF-92C67A9726E2}" destId="{90BFC8F8-6D3E-419C-9B4A-76BAE703749A}" srcOrd="0" destOrd="0" presId="urn:microsoft.com/office/officeart/2005/8/layout/hList7"/>
    <dgm:cxn modelId="{0081DCCD-27E8-42D0-A51B-55560223EB30}" type="presParOf" srcId="{90BFC8F8-6D3E-419C-9B4A-76BAE703749A}" destId="{0CC94FEC-590C-448B-8EF7-2E1525147672}" srcOrd="0" destOrd="0" presId="urn:microsoft.com/office/officeart/2005/8/layout/hList7"/>
    <dgm:cxn modelId="{D014D4D2-5BBB-4936-8BF0-E9E67BF7298B}" type="presParOf" srcId="{90BFC8F8-6D3E-419C-9B4A-76BAE703749A}" destId="{E53E1E5F-1790-44E7-92C9-32F7AD4578A6}" srcOrd="1" destOrd="0" presId="urn:microsoft.com/office/officeart/2005/8/layout/hList7"/>
    <dgm:cxn modelId="{6060FE50-425E-4A2C-A6BC-695A5815CBF3}" type="presParOf" srcId="{90BFC8F8-6D3E-419C-9B4A-76BAE703749A}" destId="{4751235D-0A8F-4D8E-B008-AF123F764241}" srcOrd="2" destOrd="0" presId="urn:microsoft.com/office/officeart/2005/8/layout/hList7"/>
    <dgm:cxn modelId="{4F013320-27C5-4CF9-A898-E757DA7D12E6}" type="presParOf" srcId="{90BFC8F8-6D3E-419C-9B4A-76BAE703749A}" destId="{88373956-F9F3-4D52-BDBD-99E2DF54D0FB}" srcOrd="3" destOrd="0" presId="urn:microsoft.com/office/officeart/2005/8/layout/hList7"/>
    <dgm:cxn modelId="{CBCEE50E-6046-4B45-AFE1-4207E17D009C}" type="presParOf" srcId="{42E37581-4955-4435-B4AF-92C67A9726E2}" destId="{800CF30B-8265-4364-9456-AABE5097F727}" srcOrd="1" destOrd="0" presId="urn:microsoft.com/office/officeart/2005/8/layout/hList7"/>
    <dgm:cxn modelId="{3CA0A1EE-B52D-461E-8818-8C12A8F43B28}" type="presParOf" srcId="{42E37581-4955-4435-B4AF-92C67A9726E2}" destId="{27C587C7-701E-4313-B2DD-B35946D0D81D}" srcOrd="2" destOrd="0" presId="urn:microsoft.com/office/officeart/2005/8/layout/hList7"/>
    <dgm:cxn modelId="{AE1EE3BF-8926-4DC7-8713-B3A037B1B6BF}" type="presParOf" srcId="{27C587C7-701E-4313-B2DD-B35946D0D81D}" destId="{C7AD48CA-5ABF-4650-9E4C-9860C11F033A}" srcOrd="0" destOrd="0" presId="urn:microsoft.com/office/officeart/2005/8/layout/hList7"/>
    <dgm:cxn modelId="{19D19243-E8FF-4FBB-9592-D4CD613057E0}" type="presParOf" srcId="{27C587C7-701E-4313-B2DD-B35946D0D81D}" destId="{C1BB8DAA-27EB-44E2-A266-9DACEBF031F7}" srcOrd="1" destOrd="0" presId="urn:microsoft.com/office/officeart/2005/8/layout/hList7"/>
    <dgm:cxn modelId="{85A6B9BF-58F8-45D2-B2DB-838426830D68}" type="presParOf" srcId="{27C587C7-701E-4313-B2DD-B35946D0D81D}" destId="{F99289B7-3094-4A49-B53C-516100324A29}" srcOrd="2" destOrd="0" presId="urn:microsoft.com/office/officeart/2005/8/layout/hList7"/>
    <dgm:cxn modelId="{824A969A-7676-4E92-85C4-A1B286A04C5E}" type="presParOf" srcId="{27C587C7-701E-4313-B2DD-B35946D0D81D}" destId="{E79AC540-C4E1-487D-A7ED-FCF4A22871EC}" srcOrd="3" destOrd="0" presId="urn:microsoft.com/office/officeart/2005/8/layout/hList7"/>
    <dgm:cxn modelId="{ACD10AD5-CFA6-4C84-9610-F5ACC0BE818F}" type="presParOf" srcId="{42E37581-4955-4435-B4AF-92C67A9726E2}" destId="{D1EE979B-28D7-4F11-9C66-81905D3B4A30}" srcOrd="3" destOrd="0" presId="urn:microsoft.com/office/officeart/2005/8/layout/hList7"/>
    <dgm:cxn modelId="{06076BAB-3384-4F6B-A606-1813679602CE}" type="presParOf" srcId="{42E37581-4955-4435-B4AF-92C67A9726E2}" destId="{E3D0E729-C2FA-485D-BAF3-5159C9E72134}" srcOrd="4" destOrd="0" presId="urn:microsoft.com/office/officeart/2005/8/layout/hList7"/>
    <dgm:cxn modelId="{36E48D35-F8AD-4068-AB03-A4DF7532D7E3}" type="presParOf" srcId="{E3D0E729-C2FA-485D-BAF3-5159C9E72134}" destId="{1C8ABF4C-7AAE-4357-B629-6BE542B9FF94}" srcOrd="0" destOrd="0" presId="urn:microsoft.com/office/officeart/2005/8/layout/hList7"/>
    <dgm:cxn modelId="{1B8C522E-BE6E-4F33-935D-73ACE56DCDA3}" type="presParOf" srcId="{E3D0E729-C2FA-485D-BAF3-5159C9E72134}" destId="{D2F833C5-6C9A-4976-A733-856C405D4E08}" srcOrd="1" destOrd="0" presId="urn:microsoft.com/office/officeart/2005/8/layout/hList7"/>
    <dgm:cxn modelId="{F0FF8BE2-DD09-4551-89E5-55B7DC3A5C5E}" type="presParOf" srcId="{E3D0E729-C2FA-485D-BAF3-5159C9E72134}" destId="{3F0B880F-F28B-44CF-AEFF-A345104A7349}" srcOrd="2" destOrd="0" presId="urn:microsoft.com/office/officeart/2005/8/layout/hList7"/>
    <dgm:cxn modelId="{0AFA8149-F35D-45C7-A54D-1E095ACEE170}" type="presParOf" srcId="{E3D0E729-C2FA-485D-BAF3-5159C9E72134}" destId="{0AFBA350-FFB5-4945-9327-61F504F4D162}" srcOrd="3" destOrd="0" presId="urn:microsoft.com/office/officeart/2005/8/layout/hList7"/>
    <dgm:cxn modelId="{9BF3719A-0BD7-432C-9EDB-FC7B02776CCF}" type="presParOf" srcId="{42E37581-4955-4435-B4AF-92C67A9726E2}" destId="{BB0DA191-9BA6-436C-92E1-8BA65FE43A07}" srcOrd="5" destOrd="0" presId="urn:microsoft.com/office/officeart/2005/8/layout/hList7"/>
    <dgm:cxn modelId="{458FCE34-4B39-4F6F-88C6-781B9ED53C1F}" type="presParOf" srcId="{42E37581-4955-4435-B4AF-92C67A9726E2}" destId="{686903F0-434D-41EC-9241-B14E7D2CC243}" srcOrd="6" destOrd="0" presId="urn:microsoft.com/office/officeart/2005/8/layout/hList7"/>
    <dgm:cxn modelId="{8A706B44-4E74-4133-AE92-E63723278F5C}" type="presParOf" srcId="{686903F0-434D-41EC-9241-B14E7D2CC243}" destId="{DEA6E606-5E8E-49CC-BCD9-6A09371E116D}" srcOrd="0" destOrd="0" presId="urn:microsoft.com/office/officeart/2005/8/layout/hList7"/>
    <dgm:cxn modelId="{61E7599E-72A0-4FC9-9CC5-2F3356B8F59E}" type="presParOf" srcId="{686903F0-434D-41EC-9241-B14E7D2CC243}" destId="{2BF5255E-D7C4-4791-B227-3A74E0452D18}" srcOrd="1" destOrd="0" presId="urn:microsoft.com/office/officeart/2005/8/layout/hList7"/>
    <dgm:cxn modelId="{6759DD28-BE34-497B-90B5-4F00CB004205}" type="presParOf" srcId="{686903F0-434D-41EC-9241-B14E7D2CC243}" destId="{02A45247-92BC-4012-BC95-BED676762B1C}" srcOrd="2" destOrd="0" presId="urn:microsoft.com/office/officeart/2005/8/layout/hList7"/>
    <dgm:cxn modelId="{7A6EAE64-F284-4188-859C-AC8783AA371D}" type="presParOf" srcId="{686903F0-434D-41EC-9241-B14E7D2CC243}" destId="{0723FF23-6A8C-47DF-8B78-97F871779FF6}" srcOrd="3" destOrd="0" presId="urn:microsoft.com/office/officeart/2005/8/layout/hList7"/>
    <dgm:cxn modelId="{C410FAC5-EA34-4F71-82B2-9664072689D2}" type="presParOf" srcId="{42E37581-4955-4435-B4AF-92C67A9726E2}" destId="{188AB63F-DD7D-4F6E-AB76-B508B1111421}" srcOrd="7" destOrd="0" presId="urn:microsoft.com/office/officeart/2005/8/layout/hList7"/>
    <dgm:cxn modelId="{BF20D036-75A3-45E1-9BB3-9FAA6C650C48}" type="presParOf" srcId="{42E37581-4955-4435-B4AF-92C67A9726E2}" destId="{15F2AB94-D271-4C2F-9049-77EAEAAE5209}" srcOrd="8" destOrd="0" presId="urn:microsoft.com/office/officeart/2005/8/layout/hList7"/>
    <dgm:cxn modelId="{CCDFE57A-551C-4062-97DC-A5D4AC1C539F}" type="presParOf" srcId="{15F2AB94-D271-4C2F-9049-77EAEAAE5209}" destId="{F15337DC-7A35-4420-9686-A6A80CCC7E9F}" srcOrd="0" destOrd="0" presId="urn:microsoft.com/office/officeart/2005/8/layout/hList7"/>
    <dgm:cxn modelId="{996BF55D-0F84-458C-8ED2-F86D141ADD57}" type="presParOf" srcId="{15F2AB94-D271-4C2F-9049-77EAEAAE5209}" destId="{CBDDE9D8-71EF-4493-BB64-45F4252561FA}" srcOrd="1" destOrd="0" presId="urn:microsoft.com/office/officeart/2005/8/layout/hList7"/>
    <dgm:cxn modelId="{06D0488C-6206-4315-9481-A49C3CCEBD65}" type="presParOf" srcId="{15F2AB94-D271-4C2F-9049-77EAEAAE5209}" destId="{FCA0B292-970E-4164-ABB6-DC5D46F64046}" srcOrd="2" destOrd="0" presId="urn:microsoft.com/office/officeart/2005/8/layout/hList7"/>
    <dgm:cxn modelId="{D3650B0F-5194-441E-AA46-5E87CD67DB0A}" type="presParOf" srcId="{15F2AB94-D271-4C2F-9049-77EAEAAE5209}" destId="{8E838C5F-CF00-4FEF-BCA0-617384CBF917}" srcOrd="3" destOrd="0" presId="urn:microsoft.com/office/officeart/2005/8/layout/hList7"/>
    <dgm:cxn modelId="{BACA4579-EEE3-415A-A3E9-F46B7388CEFD}" type="presParOf" srcId="{42E37581-4955-4435-B4AF-92C67A9726E2}" destId="{73E8CBFE-CA64-4E86-BDC8-761304174C9E}" srcOrd="9" destOrd="0" presId="urn:microsoft.com/office/officeart/2005/8/layout/hList7"/>
    <dgm:cxn modelId="{9BB4FCFB-D20C-4C97-BBE7-EBA1A8A5ADB2}" type="presParOf" srcId="{42E37581-4955-4435-B4AF-92C67A9726E2}" destId="{A5FC7443-89AE-4015-98EF-07449E712FB6}" srcOrd="10" destOrd="0" presId="urn:microsoft.com/office/officeart/2005/8/layout/hList7"/>
    <dgm:cxn modelId="{725CC6CA-F9BE-4629-AA0E-5707E282EEBE}" type="presParOf" srcId="{A5FC7443-89AE-4015-98EF-07449E712FB6}" destId="{82FA872A-8D83-4B88-9389-85F63E71C640}" srcOrd="0" destOrd="0" presId="urn:microsoft.com/office/officeart/2005/8/layout/hList7"/>
    <dgm:cxn modelId="{E23875D8-6CD5-4155-A50A-21332201797E}" type="presParOf" srcId="{A5FC7443-89AE-4015-98EF-07449E712FB6}" destId="{89AE649D-6180-4740-B3F6-E6751AA6239B}" srcOrd="1" destOrd="0" presId="urn:microsoft.com/office/officeart/2005/8/layout/hList7"/>
    <dgm:cxn modelId="{9E714CAF-AC27-4F85-AEB1-8B4C98B1660C}" type="presParOf" srcId="{A5FC7443-89AE-4015-98EF-07449E712FB6}" destId="{F1F72DD6-9E97-4C71-A37B-C002438D344F}" srcOrd="2" destOrd="0" presId="urn:microsoft.com/office/officeart/2005/8/layout/hList7"/>
    <dgm:cxn modelId="{F18417F4-91CB-41E7-A519-ED346680BD44}" type="presParOf" srcId="{A5FC7443-89AE-4015-98EF-07449E712FB6}" destId="{5CBC1484-FCAE-4250-96F3-291C828804B8}" srcOrd="3" destOrd="0" presId="urn:microsoft.com/office/officeart/2005/8/layout/hList7"/>
    <dgm:cxn modelId="{310634A5-80DA-4647-AA8C-AA1252A229C3}" type="presParOf" srcId="{42E37581-4955-4435-B4AF-92C67A9726E2}" destId="{E79B9467-0990-4994-84F5-B374ABDD20E8}" srcOrd="11" destOrd="0" presId="urn:microsoft.com/office/officeart/2005/8/layout/hList7"/>
    <dgm:cxn modelId="{1776B6D4-893F-4CCB-AD2E-136869A863D5}" type="presParOf" srcId="{42E37581-4955-4435-B4AF-92C67A9726E2}" destId="{6B54F2E0-8C78-437D-8704-A122B28E0959}" srcOrd="12" destOrd="0" presId="urn:microsoft.com/office/officeart/2005/8/layout/hList7"/>
    <dgm:cxn modelId="{6615F262-6D1B-44AA-B552-594BD6FA0FC1}" type="presParOf" srcId="{6B54F2E0-8C78-437D-8704-A122B28E0959}" destId="{27A03B1F-361E-4CAF-B1D9-CBC580B45DB5}" srcOrd="0" destOrd="0" presId="urn:microsoft.com/office/officeart/2005/8/layout/hList7"/>
    <dgm:cxn modelId="{3F7DF4A8-4879-4834-A747-C42F7A35F65D}" type="presParOf" srcId="{6B54F2E0-8C78-437D-8704-A122B28E0959}" destId="{F7E4CDE2-BF27-4999-B760-3D844AB1AF5D}" srcOrd="1" destOrd="0" presId="urn:microsoft.com/office/officeart/2005/8/layout/hList7"/>
    <dgm:cxn modelId="{6EEC10CD-3636-4501-AB05-8E4CC6144EEB}" type="presParOf" srcId="{6B54F2E0-8C78-437D-8704-A122B28E0959}" destId="{29D5EA60-0EBC-4704-80E6-FB9A63744A6C}" srcOrd="2" destOrd="0" presId="urn:microsoft.com/office/officeart/2005/8/layout/hList7"/>
    <dgm:cxn modelId="{E59A9396-17E5-46FD-9048-0AB7B12D989B}" type="presParOf" srcId="{6B54F2E0-8C78-437D-8704-A122B28E0959}" destId="{C1CC7A32-6758-4471-AE91-345AA4746C85}" srcOrd="3" destOrd="0" presId="urn:microsoft.com/office/officeart/2005/8/layout/hList7"/>
    <dgm:cxn modelId="{0359D5DF-E0BB-40B0-BB43-5CDA0DD2C33B}" type="presParOf" srcId="{42E37581-4955-4435-B4AF-92C67A9726E2}" destId="{6F6722E1-D49B-478B-88F0-F0B6BBF309A9}" srcOrd="13" destOrd="0" presId="urn:microsoft.com/office/officeart/2005/8/layout/hList7"/>
    <dgm:cxn modelId="{637CB748-4E7B-47F4-BBD0-60AE23CEC239}" type="presParOf" srcId="{42E37581-4955-4435-B4AF-92C67A9726E2}" destId="{5E820923-E8EA-4CFA-BDF9-6885C12B182E}" srcOrd="14" destOrd="0" presId="urn:microsoft.com/office/officeart/2005/8/layout/hList7"/>
    <dgm:cxn modelId="{33E43A14-B355-421B-8A41-D305E54C0157}" type="presParOf" srcId="{5E820923-E8EA-4CFA-BDF9-6885C12B182E}" destId="{B2BABDCC-AE96-4358-939B-E6C2C1880590}" srcOrd="0" destOrd="0" presId="urn:microsoft.com/office/officeart/2005/8/layout/hList7"/>
    <dgm:cxn modelId="{29A59E1B-59B7-4727-ACB6-4A4A39AD26B1}" type="presParOf" srcId="{5E820923-E8EA-4CFA-BDF9-6885C12B182E}" destId="{BB97FA89-252A-4B01-9518-4E9C2732D467}" srcOrd="1" destOrd="0" presId="urn:microsoft.com/office/officeart/2005/8/layout/hList7"/>
    <dgm:cxn modelId="{00185428-7986-4D96-B867-20F262847920}" type="presParOf" srcId="{5E820923-E8EA-4CFA-BDF9-6885C12B182E}" destId="{49D4E6F1-74D0-4F44-82FA-0704942619A8}" srcOrd="2" destOrd="0" presId="urn:microsoft.com/office/officeart/2005/8/layout/hList7"/>
    <dgm:cxn modelId="{45222868-AAF6-4111-BF58-AD491752F2AA}" type="presParOf" srcId="{5E820923-E8EA-4CFA-BDF9-6885C12B182E}" destId="{F6FBB88D-73B9-4281-8920-27D4E68263B6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94FEC-590C-448B-8EF7-2E1525147672}">
      <dsp:nvSpPr>
        <dsp:cNvPr id="0" name=""/>
        <dsp:cNvSpPr/>
      </dsp:nvSpPr>
      <dsp:spPr>
        <a:xfrm>
          <a:off x="2152" y="0"/>
          <a:ext cx="1394486" cy="4460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>
              <a:latin typeface="Arial" panose="020B0604020202020204" pitchFamily="34" charset="0"/>
              <a:cs typeface="Arial" panose="020B0604020202020204" pitchFamily="34" charset="0"/>
            </a:rPr>
            <a:t>Identifying the Business Need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52" y="1784012"/>
        <a:ext cx="1394486" cy="1784012"/>
      </dsp:txXfrm>
    </dsp:sp>
    <dsp:sp modelId="{88373956-F9F3-4D52-BDBD-99E2DF54D0FB}">
      <dsp:nvSpPr>
        <dsp:cNvPr id="0" name=""/>
        <dsp:cNvSpPr/>
      </dsp:nvSpPr>
      <dsp:spPr>
        <a:xfrm>
          <a:off x="43987" y="267601"/>
          <a:ext cx="1310816" cy="148519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75000" r="-7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AD48CA-5ABF-4650-9E4C-9860C11F033A}">
      <dsp:nvSpPr>
        <dsp:cNvPr id="0" name=""/>
        <dsp:cNvSpPr/>
      </dsp:nvSpPr>
      <dsp:spPr>
        <a:xfrm>
          <a:off x="1438473" y="0"/>
          <a:ext cx="1394486" cy="4460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Using the Smart Meter data for Data Source</a:t>
          </a:r>
        </a:p>
      </dsp:txBody>
      <dsp:txXfrm>
        <a:off x="1438473" y="1784012"/>
        <a:ext cx="1394486" cy="1784012"/>
      </dsp:txXfrm>
    </dsp:sp>
    <dsp:sp modelId="{E79AC540-C4E1-487D-A7ED-FCF4A22871EC}">
      <dsp:nvSpPr>
        <dsp:cNvPr id="0" name=""/>
        <dsp:cNvSpPr/>
      </dsp:nvSpPr>
      <dsp:spPr>
        <a:xfrm>
          <a:off x="1480308" y="267601"/>
          <a:ext cx="1310816" cy="148519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33000" r="-3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8ABF4C-7AAE-4357-B629-6BE542B9FF94}">
      <dsp:nvSpPr>
        <dsp:cNvPr id="0" name=""/>
        <dsp:cNvSpPr/>
      </dsp:nvSpPr>
      <dsp:spPr>
        <a:xfrm>
          <a:off x="2874794" y="0"/>
          <a:ext cx="1394486" cy="4460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Arial" panose="020B0604020202020204" pitchFamily="34" charset="0"/>
              <a:cs typeface="Arial" panose="020B0604020202020204" pitchFamily="34" charset="0"/>
            </a:rPr>
            <a:t>Data Processing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74794" y="1784012"/>
        <a:ext cx="1394486" cy="1784012"/>
      </dsp:txXfrm>
    </dsp:sp>
    <dsp:sp modelId="{0AFBA350-FFB5-4945-9327-61F504F4D162}">
      <dsp:nvSpPr>
        <dsp:cNvPr id="0" name=""/>
        <dsp:cNvSpPr/>
      </dsp:nvSpPr>
      <dsp:spPr>
        <a:xfrm>
          <a:off x="3041464" y="533710"/>
          <a:ext cx="1061145" cy="952972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80000" r="-8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6E606-5E8E-49CC-BCD9-6A09371E116D}">
      <dsp:nvSpPr>
        <dsp:cNvPr id="0" name=""/>
        <dsp:cNvSpPr/>
      </dsp:nvSpPr>
      <dsp:spPr>
        <a:xfrm>
          <a:off x="4311114" y="0"/>
          <a:ext cx="1627435" cy="4460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LSTM Model Architecture and </a:t>
          </a:r>
          <a:r>
            <a:rPr lang="en-IN" sz="1200" kern="1200">
              <a:latin typeface="Arial" panose="020B0604020202020204" pitchFamily="34" charset="0"/>
              <a:cs typeface="Arial" panose="020B0604020202020204" pitchFamily="34" charset="0"/>
            </a:rPr>
            <a:t>Model Training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11114" y="1784012"/>
        <a:ext cx="1627435" cy="1784012"/>
      </dsp:txXfrm>
    </dsp:sp>
    <dsp:sp modelId="{0723FF23-6A8C-47DF-8B78-97F871779FF6}">
      <dsp:nvSpPr>
        <dsp:cNvPr id="0" name=""/>
        <dsp:cNvSpPr/>
      </dsp:nvSpPr>
      <dsp:spPr>
        <a:xfrm>
          <a:off x="4566811" y="400177"/>
          <a:ext cx="1116042" cy="1220039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114000" r="-11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337DC-7A35-4420-9686-A6A80CCC7E9F}">
      <dsp:nvSpPr>
        <dsp:cNvPr id="0" name=""/>
        <dsp:cNvSpPr/>
      </dsp:nvSpPr>
      <dsp:spPr>
        <a:xfrm>
          <a:off x="5980384" y="0"/>
          <a:ext cx="1394486" cy="4460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Prediction and Inverse Scaling and </a:t>
          </a:r>
          <a:r>
            <a:rPr lang="en-IN" sz="1200" kern="1200">
              <a:latin typeface="Arial" panose="020B0604020202020204" pitchFamily="34" charset="0"/>
              <a:cs typeface="Arial" panose="020B0604020202020204" pitchFamily="34" charset="0"/>
            </a:rPr>
            <a:t>Model Evaluation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80384" y="1784012"/>
        <a:ext cx="1394486" cy="1784012"/>
      </dsp:txXfrm>
    </dsp:sp>
    <dsp:sp modelId="{8E838C5F-CF00-4FEF-BCA0-617384CBF917}">
      <dsp:nvSpPr>
        <dsp:cNvPr id="0" name=""/>
        <dsp:cNvSpPr/>
      </dsp:nvSpPr>
      <dsp:spPr>
        <a:xfrm>
          <a:off x="6022219" y="267601"/>
          <a:ext cx="1310816" cy="1485190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l="-56000" r="-5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A872A-8D83-4B88-9389-85F63E71C640}">
      <dsp:nvSpPr>
        <dsp:cNvPr id="0" name=""/>
        <dsp:cNvSpPr/>
      </dsp:nvSpPr>
      <dsp:spPr>
        <a:xfrm>
          <a:off x="7416705" y="0"/>
          <a:ext cx="1657904" cy="4460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Result Visualization</a:t>
          </a:r>
        </a:p>
      </dsp:txBody>
      <dsp:txXfrm>
        <a:off x="7416705" y="1784012"/>
        <a:ext cx="1657904" cy="1784012"/>
      </dsp:txXfrm>
    </dsp:sp>
    <dsp:sp modelId="{5CBC1484-FCAE-4250-96F3-291C828804B8}">
      <dsp:nvSpPr>
        <dsp:cNvPr id="0" name=""/>
        <dsp:cNvSpPr/>
      </dsp:nvSpPr>
      <dsp:spPr>
        <a:xfrm>
          <a:off x="7590249" y="267601"/>
          <a:ext cx="1310816" cy="1485190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03B1F-361E-4CAF-B1D9-CBC580B45DB5}">
      <dsp:nvSpPr>
        <dsp:cNvPr id="0" name=""/>
        <dsp:cNvSpPr/>
      </dsp:nvSpPr>
      <dsp:spPr>
        <a:xfrm>
          <a:off x="9116444" y="0"/>
          <a:ext cx="1394486" cy="4460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Business Insights</a:t>
          </a:r>
        </a:p>
      </dsp:txBody>
      <dsp:txXfrm>
        <a:off x="9116444" y="1784012"/>
        <a:ext cx="1394486" cy="1784012"/>
      </dsp:txXfrm>
    </dsp:sp>
    <dsp:sp modelId="{C1CC7A32-6758-4471-AE91-345AA4746C85}">
      <dsp:nvSpPr>
        <dsp:cNvPr id="0" name=""/>
        <dsp:cNvSpPr/>
      </dsp:nvSpPr>
      <dsp:spPr>
        <a:xfrm>
          <a:off x="9158278" y="267601"/>
          <a:ext cx="1310816" cy="1485190"/>
        </a:xfrm>
        <a:prstGeom prst="ellipse">
          <a:avLst/>
        </a:prstGeom>
        <a:blipFill>
          <a:blip xmlns:r="http://schemas.openxmlformats.org/officeDocument/2006/relationships" r:embed="rId7"/>
          <a:srcRect/>
          <a:stretch>
            <a:fillRect l="-29000" r="-2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ABDCC-AE96-4358-939B-E6C2C1880590}">
      <dsp:nvSpPr>
        <dsp:cNvPr id="0" name=""/>
        <dsp:cNvSpPr/>
      </dsp:nvSpPr>
      <dsp:spPr>
        <a:xfrm>
          <a:off x="10552765" y="0"/>
          <a:ext cx="1394486" cy="4460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Recommendations</a:t>
          </a:r>
        </a:p>
      </dsp:txBody>
      <dsp:txXfrm>
        <a:off x="10552765" y="1784012"/>
        <a:ext cx="1394486" cy="1784012"/>
      </dsp:txXfrm>
    </dsp:sp>
    <dsp:sp modelId="{F6FBB88D-73B9-4281-8920-27D4E68263B6}">
      <dsp:nvSpPr>
        <dsp:cNvPr id="0" name=""/>
        <dsp:cNvSpPr/>
      </dsp:nvSpPr>
      <dsp:spPr>
        <a:xfrm>
          <a:off x="10594599" y="267601"/>
          <a:ext cx="1310816" cy="1485190"/>
        </a:xfrm>
        <a:prstGeom prst="ellipse">
          <a:avLst/>
        </a:prstGeom>
        <a:blipFill>
          <a:blip xmlns:r="http://schemas.openxmlformats.org/officeDocument/2006/relationships" r:embed="rId8"/>
          <a:srcRect/>
          <a:stretch>
            <a:fillRect l="-9000" r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00373-7A8C-425D-B8AC-3A754B07DC22}">
      <dsp:nvSpPr>
        <dsp:cNvPr id="0" name=""/>
        <dsp:cNvSpPr/>
      </dsp:nvSpPr>
      <dsp:spPr>
        <a:xfrm>
          <a:off x="477976" y="3568025"/>
          <a:ext cx="10993451" cy="669004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C82B5-98AE-90AC-CE73-E60770B0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10" y="172619"/>
            <a:ext cx="11045890" cy="1325563"/>
          </a:xfrm>
        </p:spPr>
        <p:txBody>
          <a:bodyPr/>
          <a:lstStyle/>
          <a:p>
            <a:r>
              <a:rPr lang="en-IN" dirty="0"/>
              <a:t>                       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Load Forecasting for Energy Utilities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35477-1018-80D3-A911-4154DE77C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74" y="1754154"/>
            <a:ext cx="11709918" cy="4833257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Context </a:t>
            </a:r>
          </a:p>
          <a:p>
            <a:pPr marL="0" indent="0">
              <a:buNone/>
            </a:pPr>
            <a:endParaRPr lang="en-IN" sz="2400" b="1" u="sng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Energy Landscape is Evolving</a:t>
            </a: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Deluge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Opportunity</a:t>
            </a:r>
          </a:p>
          <a:p>
            <a:pPr marL="0" indent="0">
              <a:buNone/>
            </a:pPr>
            <a:endParaRPr lang="en-IN" sz="1600" b="1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u="sng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 marL="0" indent="0">
              <a:buNone/>
            </a:pPr>
            <a:endParaRPr lang="en-IN" sz="2400" b="1" u="sng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Operational Efficiency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Customer Engagement &amp; Service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 Data-Driven Decision Making</a:t>
            </a:r>
          </a:p>
        </p:txBody>
      </p:sp>
      <p:pic>
        <p:nvPicPr>
          <p:cNvPr id="1026" name="Picture 2" descr="Esyasoft Holding | LinkedIn">
            <a:extLst>
              <a:ext uri="{FF2B5EF4-FFF2-40B4-BE49-F238E27FC236}">
                <a16:creationId xmlns:a16="http://schemas.microsoft.com/office/drawing/2014/main" id="{FE763222-F915-6F07-BAF4-C1A80956B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87" y="216851"/>
            <a:ext cx="1477878" cy="147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mart meter - Wikipedia">
            <a:extLst>
              <a:ext uri="{FF2B5EF4-FFF2-40B4-BE49-F238E27FC236}">
                <a16:creationId xmlns:a16="http://schemas.microsoft.com/office/drawing/2014/main" id="{E27EDDDA-C87F-EC80-F2AB-B659019BC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679" y="273689"/>
            <a:ext cx="967734" cy="123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CD416C-C9BE-ADD5-B548-BE31DAD8E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941" y="1914045"/>
            <a:ext cx="6662059" cy="1291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CBAE3-7043-E8B7-574C-042823491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941" y="3429000"/>
            <a:ext cx="6662059" cy="1236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B9D722-1002-3667-55EB-C8AFD80F2D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9941" y="4677918"/>
            <a:ext cx="6662059" cy="190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8045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D7F0-B353-954A-374F-17072674A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53" y="215835"/>
            <a:ext cx="10515600" cy="726557"/>
          </a:xfrm>
        </p:spPr>
        <p:txBody>
          <a:bodyPr>
            <a:normAutofit/>
          </a:bodyPr>
          <a:lstStyle/>
          <a:p>
            <a:r>
              <a:rPr lang="en-IN" sz="2400" u="sng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Workflow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203C06-2056-651C-9CB3-FFB8E930A8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5883530"/>
              </p:ext>
            </p:extLst>
          </p:nvPr>
        </p:nvGraphicFramePr>
        <p:xfrm>
          <a:off x="121298" y="1408922"/>
          <a:ext cx="11949404" cy="4460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2606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2857-719B-5977-C56D-00B14582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89" y="0"/>
            <a:ext cx="10515600" cy="1008479"/>
          </a:xfrm>
        </p:spPr>
        <p:txBody>
          <a:bodyPr>
            <a:normAutofit/>
          </a:bodyPr>
          <a:lstStyle/>
          <a:p>
            <a:r>
              <a:rPr lang="en-IN" sz="2400" u="sng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 and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27B24-BBF1-469C-47D3-56E36539B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08479"/>
            <a:ext cx="11518231" cy="531211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KPI for our use case</a:t>
            </a:r>
          </a:p>
          <a:p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consumption load</a:t>
            </a:r>
          </a:p>
          <a:p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supplied by the utilities</a:t>
            </a:r>
          </a:p>
          <a:p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 startAt="2"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a LSTM model for the available time series data</a:t>
            </a: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Model Architecture:</a:t>
            </a: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B3EC4-CB32-7F61-7ECC-0B21549AF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926" y="504239"/>
            <a:ext cx="4866156" cy="2105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A42C1-1027-52B9-F778-C191B229E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654" y="5011484"/>
            <a:ext cx="5443428" cy="11594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2A5CDF-A1E4-E6E5-887C-48BF6BB17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9" y="3552763"/>
            <a:ext cx="3745831" cy="26182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5F1B47-1DA0-5E6F-3513-AE7B653A4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749" y="3429000"/>
            <a:ext cx="7035282" cy="141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3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F472-6F43-ED8E-AEA8-D4FC2EC7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04" y="19893"/>
            <a:ext cx="10515600" cy="866515"/>
          </a:xfrm>
        </p:spPr>
        <p:txBody>
          <a:bodyPr>
            <a:normAutofit/>
          </a:bodyPr>
          <a:lstStyle/>
          <a:p>
            <a:r>
              <a:rPr lang="en-IN" sz="2400" u="sng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352D-73BA-F60A-B6FA-00B6EF18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604" y="989044"/>
            <a:ext cx="11541968" cy="5253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Predicted Consumption: The expected average consumption is 2.56 kWh 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Consumption Stability: The predicted consumption is highly stable, with very little variation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Maximum: The highest predicted consumption is only slightly higher at 2.57 kWh 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Minimum: The lowest predicted consumption is 2.56 kWh, matching the average </a:t>
            </a:r>
          </a:p>
          <a:p>
            <a:pPr marL="457200" lvl="1" indent="0">
              <a:buNone/>
            </a:pPr>
            <a:endParaRPr lang="en-US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F783E2-9EED-A4ED-9CDD-3299B7D54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4" y="2789854"/>
            <a:ext cx="10080172" cy="33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6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20768"/>
            <a:ext cx="12192000" cy="695914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2400" dirty="0">
                <a:solidFill>
                  <a:srgbClr val="339933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Business Impact</a:t>
            </a:r>
            <a:endParaRPr lang="en-IE" sz="2400" dirty="0">
              <a:solidFill>
                <a:srgbClr val="339933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5522745"/>
                  </p:ext>
                </p:extLst>
              </p:nvPr>
            </p:nvGraphicFramePr>
            <p:xfrm>
              <a:off x="469085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085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9BAB-A082-F150-4AFE-D659B1C96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197175"/>
            <a:ext cx="11719249" cy="931830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0452F-967C-77C8-33F9-ECE5139AE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129005"/>
            <a:ext cx="11800114" cy="5439746"/>
          </a:xfrm>
        </p:spPr>
        <p:txBody>
          <a:bodyPr/>
          <a:lstStyle/>
          <a:p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model suggest that the consumption pattern would remain static for the upcoming 3 days in the month of January for the next year.</a:t>
            </a: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Few more general recommendations:</a:t>
            </a:r>
          </a:p>
          <a:p>
            <a:pPr marL="342900" indent="-342900">
              <a:buAutoNum type="arabicParenR"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 extra power in advance when we predict high demand</a:t>
            </a:r>
          </a:p>
          <a:p>
            <a:pPr marL="342900" indent="-342900">
              <a:buAutoNum type="arabicParenR"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simple alerts to customers about high-demand days</a:t>
            </a: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better pricing plans that reward off-peak usage</a:t>
            </a: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968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590F-1158-3F2D-02F2-78859F5D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718CA-B0AD-ED82-5DC3-C6FF111A1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620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6DFF-6B7B-FFBF-67B9-C8FF8C8C8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E6C4E-9507-82AB-3FE1-DAA612F5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5053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a27608a-ab3b-4e11-9983-f187225f8b91}">
  <we:reference id="WA200003233" version="2.0.0.3" store="en-US" storeType="OMEX"/>
  <we:alternateReferences/>
  <we:properties>
    <we:property name="Microsoft.Office.CampaignId" value="&quot;none&quot;"/>
    <we:property name="reportUrl" value="&quot;/groups/me/reports/2477afb8-f3d3-48c3-abd1-14b04a89a020/550490497b31639d4248?bookmarkGuid=92f375f6-d463-471c-89ad-351e3484dcfb&amp;bookmarkUsage=1&amp;ctid=30ec14df-cc5f-4651-a117-7622565c4a6c&amp;fromEntryPoint=export&quot;"/>
    <we:property name="reportState" value="&quot;CONNECTED&quot;"/>
    <we:property name="artifactViewState" value="&quot;live&quot;"/>
    <we:property name="reportEmbeddedTime" value="&quot;2025-11-10T05:48:09.383Z&quot;"/>
    <we:property name="creatorSessionId" value="&quot;8e91e9bd-a098-4fff-9eac-731956e71e0a&quot;"/>
    <we:property name="creatorUserId" value="&quot;10032005017FDF33&quot;"/>
    <we:property name="creatorTenantId" value="&quot;30ec14df-cc5f-4651-a117-7622565c4a6c&quot;"/>
    <we:property name="pageDisplayName" value="&quot;Page 1&quot;"/>
    <we:property name="pageName" value="&quot;550490497b31639d4248&quot;"/>
    <we:property name="reportName" value="&quot;Meter_Data&quot;"/>
    <we:property name="isVisualContainerHeaderHidden" value="false"/>
    <we:property name="isFiltersActionButtonVisible" value="true"/>
    <we:property name="initialStateBookmark" value="&quot;H4sIAAAAAAAAA+1abU/jOBD+K6t84Uv3FDdpXvgGhdVJwC4HK06n06py7EnqxXmR47D0EP/9xnEKbSkU2F1UKFI/4PHEM88zM/Y44crhoq4knXymOTjbzm5ZnudUnX8gTs8pOtmXLwdHOycHo887R/soListyqJ2tq8cTVUG+kzUDZVmBRT++63nUCmPaWZGKZU19JwKVF0WVIr/wCrjlFYNXPccuKxkqahZ8lRTDWbZC1THMdomf3hokTItLuAUmLbSwcD1Y/yFiUcCL+Z+349QrbYKrWdLVczSrflhWWgqCjRjZBEwHiUkGHg8pYOIMQ8GRp4KqTuVZLJ/WSlEh5gnlWFlh1/QggF3WggKauvxlbOTZQoyqrvh/tzksJRNvkR+WjaKwQmk7VShhZ6gjRpDoUc5oBcjTjV1rpGwY1Uine08p0JORgwhN3kblJEsKW+1PjVFx5ZrhuPyx1AB0suN4BtKalFksovGLTFfLThGlQFWJt+RUkMAPlAqDmp30nKwJ9Q0GP3eApQ1xI+AUcQjxoOQhSEZ9AOPu2lCvFcRZsBEzSajuqkqKWCD4rsSuA0s67suCQFjmiTEJYwGfvj8wP4pQFHFxpNDuAB5F8rN/N2pqetnVAm7o7Wwf4qObmO+WdJZqAANWqCGUZ3xzNnDiQ+3AjPd4cEpO57Pmd5apfxzd7b1QvHkwn2E+28+Pf8Bqh7MzyGKslIJhhvbxrHzV4Nm4J2gewk6wtZuvISelWeixH5wOEYfFw9G232iW99n+suOY3tcvnlSpzW5AVBnCmwD0N5UywZg7fqejUGKvTHKEn8QkDThbkxi8DyfshBexa1nQ1vAlefUuCm4An4M6E2hTzVl58Ct00uPrzW81z3t3s7ckARRRFIa8YBEYczsq5z36917//zeP79U//x+NV395uShxPm1O2heF2viiSyZZXfdT+IN7SfW0v1ESPlLmiFNEwn7l/M9j1mnH3tRFBKPhgPCfBazNEpXNg0vVzVzu88TMddSMDzBZiE7OdLa7paZYdg8hKgqa09AfYt8/q+z6Yc27AY/qTJvH+v2zRot3I+n51hv0N+e8/cYFLTPDsuCC31DWV7h5lsvjg5EwVuTh5DqR3M7PRHQsYfIPBHZuF30UGjLBMKksoEZxa2+2ycfXf+jG3x13e32t4VP247z2kBqQd4lsdbIw173mRLa9HmepZ6Tl3zVKlu7oH8AFLe+3dvOk8V2/rflq2Fn6Sux1uu6S4PfZNzeaSM/9MM07HtB0vfMZ704JGtU3MsP55+r63vy8VFJRGvBZlPoZaNn2bCBY14ShKEbw8AEjTFOwniNAvfme5mVOViJ5e/AX/lLhDb5lpVV2ei6ogyOaQFLygsDTAtuuHuwxMy/sthNHckU2JE8Ur/z7X+ZJ9n+hSMAAA==&quot;"/>
    <we:property name="bookmark" value="&quot;H4sIAAAAAAAAA+1ZbU/jOBD+K6t84Us5xXkv36CwOum4E7esOJ1Oq8qxJ6kX50WOy9JD/e83jlMopdDC7nKFVqoEHo/teZ558SS5cbhoakknf9ACnAPnqKouC6ouPxCn55RWxmiSsoAmBMIw9pjLApLibFVrUZWNc3DjaKpy0BeiGVNpNkLhP196DpXyjOZmlFHZQM+pQTVVSaX4F6wyTmk1hmnPgetaVoqaLc811WC2vUJ1HKMJ5BcfT6RMiys4B6atNAzdoI+/OPVJ5Pd54AUJqjVWobVsqYrZuj1+UJWaihKPMbIEGE9SEoU+z2iYMOZDaOSZkLpTSScn17VCdIh5UhtyDvkVLRlwp4WgoLEW3ziHea4gp7obntybHFRyXCyRn1djxeATZO1UqYWe4BkNekQPC0Arhpxq6kyRsDNVIZ3tPKdCToYMIY+L1ilDWVHean0clx1brhmOqm8DBUgvN4IvKGlEmcvOG3fEfLbgGFUGWJV+RUoNAbigUhzU0aTl4FiomTO83gKUDcSPgFHEE8ajmMUxCb3I526WEv9NuBkwUPPJsBnXtRSwRf5dCdw6lnmuS2JAn6YpcQmjURC/3LG/ClBUsdHkFK5APoRyO/9wamb6BVXCVrQW9nfR0dXn2y2dhQzQoAVqGNU5y5xjnPhwJzDTHR6csuP7MdPbqJB/aWXbLBTPTtw1zH/34fk3UPVkfA5QlFdKMCxsW8fOn2M8BnYEPUrQ79jajZbQs/JOlNgPDkZo4+LFaLtPNOvrXH/ZcWyvy3dP6iwntwDqXIJtAdrbbNkCrF3fszVIsTdGWRqEEclS7vZJH3w/oCyGN/HUs6Ut4Mp7ajQuuQJ+BmhNqc81ZZfArdFLr68NfK573nM7c2MSJQnJaMIjksR9Zl/l7B7vdv3zrn9+rf5592i6+s3JU4HzYyto0ZQbYomsmGV302/iLe0nNtL8VEj5Q5ohTVMJJ9dr9jxksed59xVrVs1tJ+X1/SSJiU/jkLCA9VmWZCs7qdcrJfcAPjMQGikYXuvzceAUGGutQ3ITdmYRoqrteQKaO+T3/7uYfX3EFvmjqop2WeeaBk94HE/PsdagvT3nrxEoaNcOqpKLWXYdltz8OYVMWwaLGt3dzPicjX4TRs/rzSmuQfUsBtHOp7j9JPJRu+mp0JYYRE3lGOYU9zzXI/vE3Sf+Z9c9aH97JpLm1z9tvf//Wu/vu/4+iRast7kwNR5qffYwJhqNbj3uPkVDmw0vYwqzpeTP3MgaHS5uVFR81S57R6C/AZQdzDbh162DPy2PDc1L35+2Vjddevykw+0LkCSIgziLPT9KPd98A+7HZIOK3vJO7vvq3SOBvVYQ0Uaw+RB6Xe9ZNqzjmJ9Gcez2ITROY4yTuL9Bjnv3je/KGKzF8g8mb/yNUxt8c4Cm0/8AF114DS0lAAA=&quot;"/>
    <we:property name="datasetId" value="&quot;5e932d40-99b8-4dec-a39c-657525277827&quot;"/>
    <we:property name="embedUrl" value="&quot;/reportEmbed?reportId=2477afb8-f3d3-48c3-abd1-14b04a89a020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288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                        Load Forecasting for Energy Utilities</vt:lpstr>
      <vt:lpstr>Model Workflow</vt:lpstr>
      <vt:lpstr>Approach and Model Overview</vt:lpstr>
      <vt:lpstr>Result</vt:lpstr>
      <vt:lpstr>Business Impact</vt:lpstr>
      <vt:lpstr>Recommendations</vt:lpstr>
      <vt:lpstr>Relaunch the add-in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Gaurav Sonawane</cp:lastModifiedBy>
  <cp:revision>12</cp:revision>
  <dcterms:created xsi:type="dcterms:W3CDTF">2018-06-07T21:39:02Z</dcterms:created>
  <dcterms:modified xsi:type="dcterms:W3CDTF">2025-11-10T11:17:56Z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